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股票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68.2</c:v>
                </c:pt>
                <c:pt idx="1">
                  <c:v>71.5</c:v>
                </c:pt>
                <c:pt idx="2">
                  <c:v>65.8</c:v>
                </c:pt>
                <c:pt idx="3">
                  <c:v>72.4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债券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22.5</c:v>
                </c:pt>
                <c:pt idx="1">
                  <c:v>19.8</c:v>
                </c:pt>
                <c:pt idx="2">
                  <c:v>24.1</c:v>
                </c:pt>
                <c:pt idx="3">
                  <c:v>18.6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现金及其他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9.3</c:v>
                </c:pt>
                <c:pt idx="1">
                  <c:v>8.7</c:v>
                </c:pt>
                <c:pt idx="2">
                  <c:v>10.1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本基金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3.2</c:v>
                </c:pt>
                <c:pt idx="2">
                  <c:v>5.1</c:v>
                </c:pt>
                <c:pt idx="3">
                  <c:v>7.8</c:v>
                </c:pt>
                <c:pt idx="4">
                  <c:v>6.2</c:v>
                </c:pt>
                <c:pt idx="5">
                  <c:v>9.5</c:v>
                </c:pt>
                <c:pt idx="6">
                  <c:v>12.8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业绩基准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2.1</c:v>
                </c:pt>
                <c:pt idx="2">
                  <c:v>3.8</c:v>
                </c:pt>
                <c:pt idx="3">
                  <c:v>5.5</c:v>
                </c:pt>
                <c:pt idx="4">
                  <c:v>4.2</c:v>
                </c:pt>
                <c:pt idx="5">
                  <c:v>6.1</c:v>
                </c:pt>
                <c:pt idx="6">
                  <c:v>8.4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C2833"/>
                </a:solidFill>
                <a:latin typeface="Arial"/>
              </a:defRPr>
            </a:pPr>
            <a:r>
              <a:t>基金业绩说明（示例数据）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t>基金基本情况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92929"/>
                </a:solidFill>
                <a:latin typeface="Arial"/>
              </a:defRPr>
            </a:pPr>
            <a:r>
              <a:t>基金名称：蓝海稳健增长混合A（示例）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基金类型：偏股混合型基金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成立日期：2019-06-12　　最新规模：58.6 亿元（示例）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基金经理：张明、李悦（示例）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业绩比较基准：沪深300指数收益率×70% + 中债综合指数×30%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风险等级：R3（中风险）　　托管人：示例商业银行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t>收益率排名（同类偏股混合）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630168"/>
          <a:ext cx="53492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30861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区间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收益率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同类排名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近一年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+12.8%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128 / 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前 15%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近两年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+18.6%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95 / 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前 12%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近三年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+22.4%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76 / 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t>前 11%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932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t>过去4个季度资产类别配置（%）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89320" y="960120"/>
          <a:ext cx="598932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8932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t>累计收益率走势（示例，%）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89320" y="3630168"/>
          <a:ext cx="59893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658368"/>
            <a:ext cx="18288" cy="5943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319272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