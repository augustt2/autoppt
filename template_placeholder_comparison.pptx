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模板 A：幻灯片占位符（Comparison 版式）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>
              <a:defRPr sz="1400" b="0">
                <a:solidFill>
                  <a:srgbClr val="1A1A1A"/>
                </a:solidFill>
                <a:latin typeface="微软雅黑"/>
              </a:defRPr>
            </a:pPr>
            <a:r>
              <a:t>本文件第 2 页使用 PowerPoint 内置「比较」版式，灰色框是版式自带的占位符。</a:t>
            </a:r>
          </a:p>
          <a:p>
            <a:pPr>
              <a:defRPr sz="1400" b="0">
                <a:solidFill>
                  <a:srgbClr val="1A1A1A"/>
                </a:solidFill>
                <a:latin typeface="微软雅黑"/>
              </a:defRPr>
            </a:pPr>
          </a:p>
          <a:p>
            <a:pPr>
              <a:defRPr sz="1400" b="0">
                <a:solidFill>
                  <a:srgbClr val="1A1A1A"/>
                </a:solidFill>
                <a:latin typeface="微软雅黑"/>
              </a:defRPr>
            </a:pPr>
            <a:r>
              <a:t>自动化写法（python-pptx 示例思路）：slide.placeholders[0] 写标题；[1]～[4] 按 idx 填文字/插入表格/图表。</a:t>
            </a:r>
          </a:p>
          <a:p>
            <a:pPr>
              <a:defRPr sz="1400" b="0">
                <a:solidFill>
                  <a:srgbClr val="1A1A1A"/>
                </a:solidFill>
                <a:latin typeface="微软雅黑"/>
              </a:defRPr>
            </a:pPr>
          </a:p>
          <a:p>
            <a:pPr>
              <a:defRPr sz="1400" b="0">
                <a:solidFill>
                  <a:srgbClr val="1A1A1A"/>
                </a:solidFill>
                <a:latin typeface="微软雅黑"/>
              </a:defRPr>
            </a:pPr>
            <a:r>
              <a:t>特点：对象与母版版式绑定；新建同版式幻灯片时占位符位置一致。</a:t>
            </a:r>
          </a:p>
          <a:p>
            <a:pPr>
              <a:defRPr sz="1400" b="1">
                <a:solidFill>
                  <a:srgbClr val="1A1A1A"/>
                </a:solidFill>
                <a:latin typeface="微软雅黑"/>
              </a:defRPr>
            </a:pPr>
            <a:r>
              <a:t>注意：占位符类型/编号随版式变化，换版式要改代码下标。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2000" b="1">
                <a:solidFill>
                  <a:srgbClr val="1A1A1A"/>
                </a:solidFill>
                <a:latin typeface="微软雅黑"/>
              </a:defRPr>
            </a:pPr>
            <a:r>
              <a:t>【占位符 idx=0 · TITLE】产品页主标题</a:t>
            </a:r>
          </a:p>
          <a:p>
            <a:pPr>
              <a:defRPr sz="2000" b="0">
                <a:solidFill>
                  <a:srgbClr val="1A1A1A"/>
                </a:solidFill>
                <a:latin typeface="微软雅黑"/>
              </a:defRPr>
            </a:pPr>
            <a:r>
              <a:t>示例：「基金业绩说明｜蓝海稳健增长混合 A」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solidFill>
            <a:srgbClr val="F5F8FF"/>
          </a:solidFill>
        </p:spPr>
        <p:txBody>
          <a:bodyPr wrap="square"/>
          <a:lstStyle/>
          <a:p>
            <a:pPr>
              <a:defRPr sz="1100" b="1">
                <a:solidFill>
                  <a:srgbClr val="1A1A1A"/>
                </a:solidFill>
                <a:latin typeface="微软雅黑"/>
              </a:defRPr>
            </a:pPr>
            <a:r>
              <a:t>【idx=1 · TEXT】左侧小标题区</a:t>
            </a:r>
          </a:p>
          <a:p>
            <a:pPr>
              <a:defRPr sz="1100" b="0">
                <a:solidFill>
                  <a:srgbClr val="1A1A1A"/>
                </a:solidFill>
                <a:latin typeface="微软雅黑"/>
              </a:defRPr>
            </a:pPr>
            <a:r>
              <a:t>可写：基金基本情况、费率等章节标题。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solidFill>
            <a:srgbClr val="F5F8FF"/>
          </a:solidFill>
        </p:spPr>
        <p:txBody>
          <a:bodyPr wrap="square"/>
          <a:lstStyle/>
          <a:p>
            <a:pPr>
              <a:defRPr sz="1100" b="1">
                <a:solidFill>
                  <a:srgbClr val="1A1A1A"/>
                </a:solidFill>
                <a:latin typeface="微软雅黑"/>
              </a:defRPr>
            </a:pPr>
            <a:r>
              <a:t>【idx=2 · OBJECT】左侧主体区</a:t>
            </a:r>
          </a:p>
          <a:p>
            <a:pPr>
              <a:defRPr sz="1100" b="0">
                <a:solidFill>
                  <a:srgbClr val="1A1A1A"/>
                </a:solidFill>
                <a:latin typeface="微软雅黑"/>
              </a:defRPr>
            </a:pPr>
            <a:r>
              <a:t>通常放多行简介文字，或由程序在此占位符内插入表格。</a:t>
            </a:r>
          </a:p>
          <a:p>
            <a:pPr>
              <a:defRPr sz="1100" b="0">
                <a:solidFill>
                  <a:srgbClr val="1A1A1A"/>
                </a:solidFill>
                <a:latin typeface="微软雅黑"/>
              </a:defRPr>
            </a:pPr>
            <a:r>
              <a:t>（表格/图表也可通过占位符区域插入，取决于实现方式）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>
          <a:solidFill>
            <a:srgbClr val="F5F8FF"/>
          </a:solidFill>
        </p:spPr>
        <p:txBody>
          <a:bodyPr wrap="square"/>
          <a:lstStyle/>
          <a:p>
            <a:pPr>
              <a:defRPr sz="1100" b="1">
                <a:solidFill>
                  <a:srgbClr val="1A1A1A"/>
                </a:solidFill>
                <a:latin typeface="微软雅黑"/>
              </a:defRPr>
            </a:pPr>
            <a:r>
              <a:t>【idx=3 · TEXT】右侧小标题区</a:t>
            </a:r>
          </a:p>
          <a:p>
            <a:pPr>
              <a:defRPr sz="1100" b="0">
                <a:solidFill>
                  <a:srgbClr val="1A1A1A"/>
                </a:solidFill>
                <a:latin typeface="微软雅黑"/>
              </a:defRPr>
            </a:pPr>
            <a:r>
              <a:t>可写：业绩排名、走势图说明等。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>
          <a:solidFill>
            <a:srgbClr val="F5F8FF"/>
          </a:solidFill>
        </p:spPr>
        <p:txBody>
          <a:bodyPr wrap="square"/>
          <a:lstStyle/>
          <a:p>
            <a:pPr>
              <a:defRPr sz="1100" b="1">
                <a:solidFill>
                  <a:srgbClr val="1A1A1A"/>
                </a:solidFill>
                <a:latin typeface="微软雅黑"/>
              </a:defRPr>
            </a:pPr>
            <a:r>
              <a:t>【idx=4 · OBJECT】右侧主体区</a:t>
            </a:r>
          </a:p>
          <a:p>
            <a:pPr>
              <a:defRPr sz="1100" b="0">
                <a:solidFill>
                  <a:srgbClr val="1A1A1A"/>
                </a:solidFill>
                <a:latin typeface="微软雅黑"/>
              </a:defRPr>
            </a:pPr>
            <a:r>
              <a:t>通常放第二张图或补充表格。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