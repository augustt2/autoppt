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interSettings/printerSettings1.bin" Type="http://schemas.openxmlformats.org/officeDocument/2006/relationships/printerSettings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Relationship Id="rId7" Target="slides/slide1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Sheet2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股票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68.2</c:v>
                </c:pt>
                <c:pt idx="1">
                  <c:v>71.5</c:v>
                </c:pt>
                <c:pt idx="2">
                  <c:v>65.8</c:v>
                </c:pt>
                <c:pt idx="3">
                  <c:v>72.4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债券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33.5</c:v>
                </c:pt>
                <c:pt idx="1">
                  <c:v>21.8</c:v>
                </c:pt>
                <c:pt idx="2">
                  <c:v>45.1</c:v>
                </c:pt>
                <c:pt idx="3">
                  <c:v>22.6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现金及其他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9.3</c:v>
                </c:pt>
                <c:pt idx="1">
                  <c:v>8.7</c:v>
                </c:pt>
                <c:pt idx="2">
                  <c:v>10.1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本基金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2024-05</c:v>
                </c:pt>
                <c:pt idx="1">
                  <c:v>2024-07</c:v>
                </c:pt>
                <c:pt idx="2">
                  <c:v>2024-09</c:v>
                </c:pt>
                <c:pt idx="3">
                  <c:v>2024-11</c:v>
                </c:pt>
                <c:pt idx="4">
                  <c:v>2025-01</c:v>
                </c:pt>
                <c:pt idx="5">
                  <c:v>2025-03</c:v>
                </c:pt>
                <c:pt idx="6">
                  <c:v>2025-05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2.0</c:v>
                </c:pt>
                <c:pt idx="2">
                  <c:v>4.0</c:v>
                </c:pt>
                <c:pt idx="3">
                  <c:v>6.0</c:v>
                </c:pt>
                <c:pt idx="4">
                  <c:v>8.0</c:v>
                </c:pt>
                <c:pt idx="5">
                  <c:v>10.0</c:v>
                </c:pt>
                <c:pt idx="6">
                  <c:v>12.0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业绩基准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2024-05</c:v>
                </c:pt>
                <c:pt idx="1">
                  <c:v>2024-07</c:v>
                </c:pt>
                <c:pt idx="2">
                  <c:v>2024-09</c:v>
                </c:pt>
                <c:pt idx="3">
                  <c:v>2024-11</c:v>
                </c:pt>
                <c:pt idx="4">
                  <c:v>2025-01</c:v>
                </c:pt>
                <c:pt idx="5">
                  <c:v>2025-03</c:v>
                </c:pt>
                <c:pt idx="6">
                  <c:v>2025-05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</c:v>
                </c:pt>
                <c:pt idx="1">
                  <c:v>1.5</c:v>
                </c:pt>
                <c:pt idx="2">
                  <c:v>3.0</c:v>
                </c:pt>
                <c:pt idx="3">
                  <c:v>4.5</c:v>
                </c:pt>
                <c:pt idx="4">
                  <c:v>6.0</c:v>
                </c:pt>
                <c:pt idx="5">
                  <c:v>7.5</c:v>
                </c:pt>
                <c:pt idx="6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Relationship Id="rId3" Target="../charts/chart2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C2833"/>
                </a:solidFill>
                <a:latin typeface="Arial"/>
              </a:defRPr>
            </a:pPr>
            <a:r>
              <a:rPr sz="2400" b="true" i="false">
                <a:solidFill>
                  <a:srgbClr val="1C2833"/>
                </a:solidFill>
              </a:rPr>
              <a:t>基金业绩说明（蓝海稳健增长混合A）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E4053"/>
                </a:solidFill>
                <a:latin typeface="Arial"/>
              </a:defRPr>
            </a:pPr>
            <a:r>
              <a:t>基金基本情况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5349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50">
                <a:solidFill>
                  <a:srgbClr val="292929"/>
                </a:solidFill>
                <a:latin typeface="Arial"/>
              </a:defRPr>
            </a:pPr>
            <a:r>
              <a:rPr sz="1050" b="true" i="false">
                <a:solidFill>
                  <a:srgbClr val="292929"/>
                </a:solidFill>
              </a:rPr>
              <a:t>基金名称：蓝海稳健增长混合A（示例）</a:t>
            </a:r>
          </a:p>
          <a:p>
            <a:pPr>
              <a:spcAft>
                <a:spcPts val="400"/>
              </a:spcAft>
              <a:defRPr b="0" sz="1050">
                <a:solidFill>
                  <a:srgbClr val="292929"/>
                </a:solidFill>
                <a:latin typeface="Arial"/>
              </a:defRPr>
            </a:pPr>
            <a:r>
              <a:rPr sz="1050" b="false" i="false">
                <a:solidFill>
                  <a:srgbClr val="292929"/>
                </a:solidFill>
              </a:rPr>
              <a:t>基金类型：偏股混合型基金</a:t>
            </a:r>
          </a:p>
          <a:p>
            <a:pPr>
              <a:spcAft>
                <a:spcPts val="400"/>
              </a:spcAft>
              <a:defRPr b="0" sz="1050">
                <a:solidFill>
                  <a:srgbClr val="292929"/>
                </a:solidFill>
                <a:latin typeface="Arial"/>
              </a:defRPr>
            </a:pPr>
            <a:r>
              <a:rPr sz="1050" b="false" i="false">
                <a:solidFill>
                  <a:srgbClr val="292929"/>
                </a:solidFill>
              </a:rPr>
              <a:t>成立日期：2019-06-12　　最新规模：58.6 亿元（示例）</a:t>
            </a:r>
          </a:p>
          <a:p>
            <a:pPr>
              <a:spcAft>
                <a:spcPts val="400"/>
              </a:spcAft>
              <a:defRPr b="0" sz="1050">
                <a:solidFill>
                  <a:srgbClr val="292929"/>
                </a:solidFill>
                <a:latin typeface="Arial"/>
              </a:defRPr>
            </a:pPr>
            <a:r>
              <a:rPr sz="1050" b="false" i="false">
                <a:solidFill>
                  <a:srgbClr val="292929"/>
                </a:solidFill>
              </a:rPr>
              <a:t>基金经理：张明、李悦（示例）</a:t>
            </a:r>
          </a:p>
          <a:p>
            <a:pPr>
              <a:spcAft>
                <a:spcPts val="400"/>
              </a:spcAft>
              <a:defRPr b="0" sz="1050">
                <a:solidFill>
                  <a:srgbClr val="292929"/>
                </a:solidFill>
                <a:latin typeface="Arial"/>
              </a:defRPr>
            </a:pPr>
            <a:r>
              <a:rPr sz="1050" b="false" i="false">
                <a:solidFill>
                  <a:srgbClr val="292929"/>
                </a:solidFill>
              </a:rPr>
              <a:t>业绩比较基准：沪深300指数收益率×70% + 中债综合指数×30%</a:t>
            </a:r>
          </a:p>
          <a:p>
            <a:pPr>
              <a:spcAft>
                <a:spcPts val="400"/>
              </a:spcAft>
              <a:defRPr b="0" sz="1050">
                <a:solidFill>
                  <a:srgbClr val="292929"/>
                </a:solidFill>
                <a:latin typeface="Arial"/>
              </a:defRPr>
            </a:pPr>
            <a:r>
              <a:rPr sz="1050" b="false" i="false">
                <a:solidFill>
                  <a:srgbClr val="292929"/>
                </a:solidFill>
              </a:rPr>
              <a:t>风险等级：R3（中风险）　　托管人：示例商业银行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E4053"/>
                </a:solidFill>
                <a:latin typeface="Arial"/>
              </a:defRPr>
            </a:pPr>
            <a:r>
              <a:t>收益率排名（同类偏股混合）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630168"/>
          <a:ext cx="5349240" cy="123444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</a:tblGrid>
              <a:tr h="30861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50" b="true" i="false">
                          <a:solidFill>
                            <a:srgbClr val="FFFFFF"/>
                          </a:solidFill>
                        </a:rPr>
                        <a:t>区间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50" b="true" i="false">
                          <a:solidFill>
                            <a:srgbClr val="FFFFFF"/>
                          </a:solidFill>
                        </a:rPr>
                        <a:t>收益率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50" b="true" i="false">
                          <a:solidFill>
                            <a:srgbClr val="FFFFFF"/>
                          </a:solidFill>
                        </a:rPr>
                        <a:t>同类排名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50" b="true" i="false">
                          <a:solidFill>
                            <a:srgbClr val="FFFFFF"/>
                          </a:solidFill>
                        </a:rPr>
                        <a:t>分位数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近一年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+65.8%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2 / 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前 43%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近两年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+34.6%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344 / 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前 44%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近三年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+66.4%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322 / 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前 45%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89320" y="68580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E4053"/>
                </a:solidFill>
                <a:latin typeface="Arial"/>
              </a:defRPr>
            </a:pPr>
            <a:r>
              <a:t>过去4个季度资产类别配置（%）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89320" y="960120"/>
          <a:ext cx="598932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89320" y="338328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E4053"/>
                </a:solidFill>
                <a:latin typeface="Arial"/>
              </a:defRPr>
            </a:pPr>
            <a:r>
              <a:t>累计收益率走势（示例，%）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989320" y="3630168"/>
          <a:ext cx="598932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5852160" y="658368"/>
            <a:ext cx="18288" cy="5943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319272"/>
            <a:ext cx="115214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2013-01-27T09:14:16Z</dcterms:created>
  <dc:description>generated using python-pptx</dc:description>
  <cp:lastModifiedBy>Steve Canny</cp:lastModifiedBy>
  <dcterms:modified xsi:type="dcterms:W3CDTF">2013-01-27T09:15:58Z</dcterms:modified>
  <cp:revision>1</cp:revision>
</cp:coreProperties>
</file>