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2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2025Q2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股票</c:v>
                </c:pt>
                <c:pt idx="1">
                  <c:v>可转债</c:v>
                </c:pt>
                <c:pt idx="2">
                  <c:v>利率债</c:v>
                </c:pt>
                <c:pt idx="3">
                  <c:v>信用债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28.5</c:v>
                </c:pt>
                <c:pt idx="1">
                  <c:v>22</c:v>
                </c:pt>
                <c:pt idx="2">
                  <c:v>30.5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29-408F-AEB6-0FAB503F96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2025Q3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股票</c:v>
                </c:pt>
                <c:pt idx="1">
                  <c:v>可转债</c:v>
                </c:pt>
                <c:pt idx="2">
                  <c:v>利率债</c:v>
                </c:pt>
                <c:pt idx="3">
                  <c:v>信用债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20.5</c:v>
                </c:pt>
                <c:pt idx="2">
                  <c:v>28</c:v>
                </c:pt>
                <c:pt idx="3">
                  <c:v>21.5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29-408F-AEB6-0FAB503F96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2025Q4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股票</c:v>
                </c:pt>
                <c:pt idx="1">
                  <c:v>可转债</c:v>
                </c:pt>
                <c:pt idx="2">
                  <c:v>利率债</c:v>
                </c:pt>
                <c:pt idx="3">
                  <c:v>信用债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26</c:v>
                </c:pt>
                <c:pt idx="1">
                  <c:v>24</c:v>
                </c:pt>
                <c:pt idx="2">
                  <c:v>32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29-408F-AEB6-0FAB503F96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2026Q1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股票</c:v>
                </c:pt>
                <c:pt idx="1">
                  <c:v>可转债</c:v>
                </c:pt>
                <c:pt idx="2">
                  <c:v>利率债</c:v>
                </c:pt>
                <c:pt idx="3">
                  <c:v>信用债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32.5</c:v>
                </c:pt>
                <c:pt idx="1">
                  <c:v>18.5</c:v>
                </c:pt>
                <c:pt idx="2">
                  <c:v>27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29-408F-AEB6-0FAB503F9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蓝海稳健增长混合A</c:v>
                </c:pt>
              </c:strCache>
            </c:strRef>
          </c:tx>
          <c:spPr>
            <a:ln w="12700" cap="flat" cmpd="sng">
              <a:solidFill>
                <a:srgbClr val="4472C4"/>
              </a:solidFill>
            </a:ln>
          </c:spPr>
          <c:marker>
            <c:symbol val="none"/>
          </c:marker>
          <c:cat>
            <c:strRef>
              <c:f>Sheet1!$A$2:$A$262</c:f>
              <c:strCache>
                <c:ptCount val="261"/>
                <c:pt idx="0">
                  <c:v>2025-05-01</c:v>
                </c:pt>
                <c:pt idx="1">
                  <c:v>2025-05-02</c:v>
                </c:pt>
                <c:pt idx="2">
                  <c:v>2025-05-05</c:v>
                </c:pt>
                <c:pt idx="3">
                  <c:v>2025-05-06</c:v>
                </c:pt>
                <c:pt idx="4">
                  <c:v>2025-05-07</c:v>
                </c:pt>
                <c:pt idx="5">
                  <c:v>2025-05-08</c:v>
                </c:pt>
                <c:pt idx="6">
                  <c:v>2025-05-09</c:v>
                </c:pt>
                <c:pt idx="7">
                  <c:v>2025-05-12</c:v>
                </c:pt>
                <c:pt idx="8">
                  <c:v>2025-05-13</c:v>
                </c:pt>
                <c:pt idx="9">
                  <c:v>2025-05-14</c:v>
                </c:pt>
                <c:pt idx="10">
                  <c:v>2025-05-15</c:v>
                </c:pt>
                <c:pt idx="11">
                  <c:v>2025-05-16</c:v>
                </c:pt>
                <c:pt idx="12">
                  <c:v>2025-05-19</c:v>
                </c:pt>
                <c:pt idx="13">
                  <c:v>2025-05-20</c:v>
                </c:pt>
                <c:pt idx="14">
                  <c:v>2025-05-21</c:v>
                </c:pt>
                <c:pt idx="15">
                  <c:v>2025-05-22</c:v>
                </c:pt>
                <c:pt idx="16">
                  <c:v>2025-05-23</c:v>
                </c:pt>
                <c:pt idx="17">
                  <c:v>2025-05-26</c:v>
                </c:pt>
                <c:pt idx="18">
                  <c:v>2025-05-27</c:v>
                </c:pt>
                <c:pt idx="19">
                  <c:v>2025-05-28</c:v>
                </c:pt>
                <c:pt idx="20">
                  <c:v>2025-05-29</c:v>
                </c:pt>
                <c:pt idx="21">
                  <c:v>2025-05-30</c:v>
                </c:pt>
                <c:pt idx="22">
                  <c:v>2025-06-02</c:v>
                </c:pt>
                <c:pt idx="23">
                  <c:v>2025-06-03</c:v>
                </c:pt>
                <c:pt idx="24">
                  <c:v>2025-06-04</c:v>
                </c:pt>
                <c:pt idx="25">
                  <c:v>2025-06-05</c:v>
                </c:pt>
                <c:pt idx="26">
                  <c:v>2025-06-06</c:v>
                </c:pt>
                <c:pt idx="27">
                  <c:v>2025-06-09</c:v>
                </c:pt>
                <c:pt idx="28">
                  <c:v>2025-06-10</c:v>
                </c:pt>
                <c:pt idx="29">
                  <c:v>2025-06-11</c:v>
                </c:pt>
                <c:pt idx="30">
                  <c:v>2025-06-12</c:v>
                </c:pt>
                <c:pt idx="31">
                  <c:v>2025-06-13</c:v>
                </c:pt>
                <c:pt idx="32">
                  <c:v>2025-06-16</c:v>
                </c:pt>
                <c:pt idx="33">
                  <c:v>2025-06-17</c:v>
                </c:pt>
                <c:pt idx="34">
                  <c:v>2025-06-18</c:v>
                </c:pt>
                <c:pt idx="35">
                  <c:v>2025-06-19</c:v>
                </c:pt>
                <c:pt idx="36">
                  <c:v>2025-06-20</c:v>
                </c:pt>
                <c:pt idx="37">
                  <c:v>2025-06-23</c:v>
                </c:pt>
                <c:pt idx="38">
                  <c:v>2025-06-24</c:v>
                </c:pt>
                <c:pt idx="39">
                  <c:v>2025-06-25</c:v>
                </c:pt>
                <c:pt idx="40">
                  <c:v>2025-06-26</c:v>
                </c:pt>
                <c:pt idx="41">
                  <c:v>2025-06-27</c:v>
                </c:pt>
                <c:pt idx="42">
                  <c:v>2025-06-30</c:v>
                </c:pt>
                <c:pt idx="43">
                  <c:v>2025-07-01</c:v>
                </c:pt>
                <c:pt idx="44">
                  <c:v>2025-07-02</c:v>
                </c:pt>
                <c:pt idx="45">
                  <c:v>2025-07-03</c:v>
                </c:pt>
                <c:pt idx="46">
                  <c:v>2025-07-04</c:v>
                </c:pt>
                <c:pt idx="47">
                  <c:v>2025-07-07</c:v>
                </c:pt>
                <c:pt idx="48">
                  <c:v>2025-07-08</c:v>
                </c:pt>
                <c:pt idx="49">
                  <c:v>2025-07-09</c:v>
                </c:pt>
                <c:pt idx="50">
                  <c:v>2025-07-10</c:v>
                </c:pt>
                <c:pt idx="51">
                  <c:v>2025-07-11</c:v>
                </c:pt>
                <c:pt idx="52">
                  <c:v>2025-07-14</c:v>
                </c:pt>
                <c:pt idx="53">
                  <c:v>2025-07-15</c:v>
                </c:pt>
                <c:pt idx="54">
                  <c:v>2025-07-16</c:v>
                </c:pt>
                <c:pt idx="55">
                  <c:v>2025-07-17</c:v>
                </c:pt>
                <c:pt idx="56">
                  <c:v>2025-07-18</c:v>
                </c:pt>
                <c:pt idx="57">
                  <c:v>2025-07-21</c:v>
                </c:pt>
                <c:pt idx="58">
                  <c:v>2025-07-22</c:v>
                </c:pt>
                <c:pt idx="59">
                  <c:v>2025-07-23</c:v>
                </c:pt>
                <c:pt idx="60">
                  <c:v>2025-07-24</c:v>
                </c:pt>
                <c:pt idx="61">
                  <c:v>2025-07-25</c:v>
                </c:pt>
                <c:pt idx="62">
                  <c:v>2025-07-28</c:v>
                </c:pt>
                <c:pt idx="63">
                  <c:v>2025-07-29</c:v>
                </c:pt>
                <c:pt idx="64">
                  <c:v>2025-07-30</c:v>
                </c:pt>
                <c:pt idx="65">
                  <c:v>2025-07-31</c:v>
                </c:pt>
                <c:pt idx="66">
                  <c:v>2025-08-01</c:v>
                </c:pt>
                <c:pt idx="67">
                  <c:v>2025-08-04</c:v>
                </c:pt>
                <c:pt idx="68">
                  <c:v>2025-08-05</c:v>
                </c:pt>
                <c:pt idx="69">
                  <c:v>2025-08-06</c:v>
                </c:pt>
                <c:pt idx="70">
                  <c:v>2025-08-07</c:v>
                </c:pt>
                <c:pt idx="71">
                  <c:v>2025-08-08</c:v>
                </c:pt>
                <c:pt idx="72">
                  <c:v>2025-08-11</c:v>
                </c:pt>
                <c:pt idx="73">
                  <c:v>2025-08-12</c:v>
                </c:pt>
                <c:pt idx="74">
                  <c:v>2025-08-13</c:v>
                </c:pt>
                <c:pt idx="75">
                  <c:v>2025-08-14</c:v>
                </c:pt>
                <c:pt idx="76">
                  <c:v>2025-08-15</c:v>
                </c:pt>
                <c:pt idx="77">
                  <c:v>2025-08-18</c:v>
                </c:pt>
                <c:pt idx="78">
                  <c:v>2025-08-19</c:v>
                </c:pt>
                <c:pt idx="79">
                  <c:v>2025-08-20</c:v>
                </c:pt>
                <c:pt idx="80">
                  <c:v>2025-08-21</c:v>
                </c:pt>
                <c:pt idx="81">
                  <c:v>2025-08-22</c:v>
                </c:pt>
                <c:pt idx="82">
                  <c:v>2025-08-25</c:v>
                </c:pt>
                <c:pt idx="83">
                  <c:v>2025-08-26</c:v>
                </c:pt>
                <c:pt idx="84">
                  <c:v>2025-08-27</c:v>
                </c:pt>
                <c:pt idx="85">
                  <c:v>2025-08-28</c:v>
                </c:pt>
                <c:pt idx="86">
                  <c:v>2025-08-29</c:v>
                </c:pt>
                <c:pt idx="87">
                  <c:v>2025-09-01</c:v>
                </c:pt>
                <c:pt idx="88">
                  <c:v>2025-09-02</c:v>
                </c:pt>
                <c:pt idx="89">
                  <c:v>2025-09-03</c:v>
                </c:pt>
                <c:pt idx="90">
                  <c:v>2025-09-04</c:v>
                </c:pt>
                <c:pt idx="91">
                  <c:v>2025-09-05</c:v>
                </c:pt>
                <c:pt idx="92">
                  <c:v>2025-09-08</c:v>
                </c:pt>
                <c:pt idx="93">
                  <c:v>2025-09-09</c:v>
                </c:pt>
                <c:pt idx="94">
                  <c:v>2025-09-10</c:v>
                </c:pt>
                <c:pt idx="95">
                  <c:v>2025-09-11</c:v>
                </c:pt>
                <c:pt idx="96">
                  <c:v>2025-09-12</c:v>
                </c:pt>
                <c:pt idx="97">
                  <c:v>2025-09-15</c:v>
                </c:pt>
                <c:pt idx="98">
                  <c:v>2025-09-16</c:v>
                </c:pt>
                <c:pt idx="99">
                  <c:v>2025-09-17</c:v>
                </c:pt>
                <c:pt idx="100">
                  <c:v>2025-09-18</c:v>
                </c:pt>
                <c:pt idx="101">
                  <c:v>2025-09-19</c:v>
                </c:pt>
                <c:pt idx="102">
                  <c:v>2025-09-22</c:v>
                </c:pt>
                <c:pt idx="103">
                  <c:v>2025-09-23</c:v>
                </c:pt>
                <c:pt idx="104">
                  <c:v>2025-09-24</c:v>
                </c:pt>
                <c:pt idx="105">
                  <c:v>2025-09-25</c:v>
                </c:pt>
                <c:pt idx="106">
                  <c:v>2025-09-26</c:v>
                </c:pt>
                <c:pt idx="107">
                  <c:v>2025-09-29</c:v>
                </c:pt>
                <c:pt idx="108">
                  <c:v>2025-09-30</c:v>
                </c:pt>
                <c:pt idx="109">
                  <c:v>2025-10-01</c:v>
                </c:pt>
                <c:pt idx="110">
                  <c:v>2025-10-02</c:v>
                </c:pt>
                <c:pt idx="111">
                  <c:v>2025-10-03</c:v>
                </c:pt>
                <c:pt idx="112">
                  <c:v>2025-10-06</c:v>
                </c:pt>
                <c:pt idx="113">
                  <c:v>2025-10-07</c:v>
                </c:pt>
                <c:pt idx="114">
                  <c:v>2025-10-08</c:v>
                </c:pt>
                <c:pt idx="115">
                  <c:v>2025-10-09</c:v>
                </c:pt>
                <c:pt idx="116">
                  <c:v>2025-10-10</c:v>
                </c:pt>
                <c:pt idx="117">
                  <c:v>2025-10-13</c:v>
                </c:pt>
                <c:pt idx="118">
                  <c:v>2025-10-14</c:v>
                </c:pt>
                <c:pt idx="119">
                  <c:v>2025-10-15</c:v>
                </c:pt>
                <c:pt idx="120">
                  <c:v>2025-10-16</c:v>
                </c:pt>
                <c:pt idx="121">
                  <c:v>2025-10-17</c:v>
                </c:pt>
                <c:pt idx="122">
                  <c:v>2025-10-20</c:v>
                </c:pt>
                <c:pt idx="123">
                  <c:v>2025-10-21</c:v>
                </c:pt>
                <c:pt idx="124">
                  <c:v>2025-10-22</c:v>
                </c:pt>
                <c:pt idx="125">
                  <c:v>2025-10-23</c:v>
                </c:pt>
                <c:pt idx="126">
                  <c:v>2025-10-24</c:v>
                </c:pt>
                <c:pt idx="127">
                  <c:v>2025-10-27</c:v>
                </c:pt>
                <c:pt idx="128">
                  <c:v>2025-10-28</c:v>
                </c:pt>
                <c:pt idx="129">
                  <c:v>2025-10-29</c:v>
                </c:pt>
                <c:pt idx="130">
                  <c:v>2025-10-30</c:v>
                </c:pt>
                <c:pt idx="131">
                  <c:v>2025-10-31</c:v>
                </c:pt>
                <c:pt idx="132">
                  <c:v>2025-11-03</c:v>
                </c:pt>
                <c:pt idx="133">
                  <c:v>2025-11-04</c:v>
                </c:pt>
                <c:pt idx="134">
                  <c:v>2025-11-05</c:v>
                </c:pt>
                <c:pt idx="135">
                  <c:v>2025-11-06</c:v>
                </c:pt>
                <c:pt idx="136">
                  <c:v>2025-11-07</c:v>
                </c:pt>
                <c:pt idx="137">
                  <c:v>2025-11-10</c:v>
                </c:pt>
                <c:pt idx="138">
                  <c:v>2025-11-11</c:v>
                </c:pt>
                <c:pt idx="139">
                  <c:v>2025-11-12</c:v>
                </c:pt>
                <c:pt idx="140">
                  <c:v>2025-11-13</c:v>
                </c:pt>
                <c:pt idx="141">
                  <c:v>2025-11-14</c:v>
                </c:pt>
                <c:pt idx="142">
                  <c:v>2025-11-17</c:v>
                </c:pt>
                <c:pt idx="143">
                  <c:v>2025-11-18</c:v>
                </c:pt>
                <c:pt idx="144">
                  <c:v>2025-11-19</c:v>
                </c:pt>
                <c:pt idx="145">
                  <c:v>2025-11-20</c:v>
                </c:pt>
                <c:pt idx="146">
                  <c:v>2025-11-21</c:v>
                </c:pt>
                <c:pt idx="147">
                  <c:v>2025-11-24</c:v>
                </c:pt>
                <c:pt idx="148">
                  <c:v>2025-11-25</c:v>
                </c:pt>
                <c:pt idx="149">
                  <c:v>2025-11-26</c:v>
                </c:pt>
                <c:pt idx="150">
                  <c:v>2025-11-27</c:v>
                </c:pt>
                <c:pt idx="151">
                  <c:v>2025-11-28</c:v>
                </c:pt>
                <c:pt idx="152">
                  <c:v>2025-12-01</c:v>
                </c:pt>
                <c:pt idx="153">
                  <c:v>2025-12-02</c:v>
                </c:pt>
                <c:pt idx="154">
                  <c:v>2025-12-03</c:v>
                </c:pt>
                <c:pt idx="155">
                  <c:v>2025-12-04</c:v>
                </c:pt>
                <c:pt idx="156">
                  <c:v>2025-12-05</c:v>
                </c:pt>
                <c:pt idx="157">
                  <c:v>2025-12-08</c:v>
                </c:pt>
                <c:pt idx="158">
                  <c:v>2025-12-09</c:v>
                </c:pt>
                <c:pt idx="159">
                  <c:v>2025-12-10</c:v>
                </c:pt>
                <c:pt idx="160">
                  <c:v>2025-12-11</c:v>
                </c:pt>
                <c:pt idx="161">
                  <c:v>2025-12-12</c:v>
                </c:pt>
                <c:pt idx="162">
                  <c:v>2025-12-15</c:v>
                </c:pt>
                <c:pt idx="163">
                  <c:v>2025-12-16</c:v>
                </c:pt>
                <c:pt idx="164">
                  <c:v>2025-12-17</c:v>
                </c:pt>
                <c:pt idx="165">
                  <c:v>2025-12-18</c:v>
                </c:pt>
                <c:pt idx="166">
                  <c:v>2025-12-19</c:v>
                </c:pt>
                <c:pt idx="167">
                  <c:v>2025-12-22</c:v>
                </c:pt>
                <c:pt idx="168">
                  <c:v>2025-12-23</c:v>
                </c:pt>
                <c:pt idx="169">
                  <c:v>2025-12-24</c:v>
                </c:pt>
                <c:pt idx="170">
                  <c:v>2025-12-25</c:v>
                </c:pt>
                <c:pt idx="171">
                  <c:v>2025-12-26</c:v>
                </c:pt>
                <c:pt idx="172">
                  <c:v>2025-12-29</c:v>
                </c:pt>
                <c:pt idx="173">
                  <c:v>2025-12-30</c:v>
                </c:pt>
                <c:pt idx="174">
                  <c:v>2025-12-31</c:v>
                </c:pt>
                <c:pt idx="175">
                  <c:v>2026-01-01</c:v>
                </c:pt>
                <c:pt idx="176">
                  <c:v>2026-01-02</c:v>
                </c:pt>
                <c:pt idx="177">
                  <c:v>2026-01-05</c:v>
                </c:pt>
                <c:pt idx="178">
                  <c:v>2026-01-06</c:v>
                </c:pt>
                <c:pt idx="179">
                  <c:v>2026-01-07</c:v>
                </c:pt>
                <c:pt idx="180">
                  <c:v>2026-01-08</c:v>
                </c:pt>
                <c:pt idx="181">
                  <c:v>2026-01-09</c:v>
                </c:pt>
                <c:pt idx="182">
                  <c:v>2026-01-12</c:v>
                </c:pt>
                <c:pt idx="183">
                  <c:v>2026-01-13</c:v>
                </c:pt>
                <c:pt idx="184">
                  <c:v>2026-01-14</c:v>
                </c:pt>
                <c:pt idx="185">
                  <c:v>2026-01-15</c:v>
                </c:pt>
                <c:pt idx="186">
                  <c:v>2026-01-16</c:v>
                </c:pt>
                <c:pt idx="187">
                  <c:v>2026-01-19</c:v>
                </c:pt>
                <c:pt idx="188">
                  <c:v>2026-01-20</c:v>
                </c:pt>
                <c:pt idx="189">
                  <c:v>2026-01-21</c:v>
                </c:pt>
                <c:pt idx="190">
                  <c:v>2026-01-22</c:v>
                </c:pt>
                <c:pt idx="191">
                  <c:v>2026-01-23</c:v>
                </c:pt>
                <c:pt idx="192">
                  <c:v>2026-01-26</c:v>
                </c:pt>
                <c:pt idx="193">
                  <c:v>2026-01-27</c:v>
                </c:pt>
                <c:pt idx="194">
                  <c:v>2026-01-28</c:v>
                </c:pt>
                <c:pt idx="195">
                  <c:v>2026-01-29</c:v>
                </c:pt>
                <c:pt idx="196">
                  <c:v>2026-01-30</c:v>
                </c:pt>
                <c:pt idx="197">
                  <c:v>2026-02-02</c:v>
                </c:pt>
                <c:pt idx="198">
                  <c:v>2026-02-03</c:v>
                </c:pt>
                <c:pt idx="199">
                  <c:v>2026-02-04</c:v>
                </c:pt>
                <c:pt idx="200">
                  <c:v>2026-02-05</c:v>
                </c:pt>
                <c:pt idx="201">
                  <c:v>2026-02-06</c:v>
                </c:pt>
                <c:pt idx="202">
                  <c:v>2026-02-09</c:v>
                </c:pt>
                <c:pt idx="203">
                  <c:v>2026-02-10</c:v>
                </c:pt>
                <c:pt idx="204">
                  <c:v>2026-02-11</c:v>
                </c:pt>
                <c:pt idx="205">
                  <c:v>2026-02-12</c:v>
                </c:pt>
                <c:pt idx="206">
                  <c:v>2026-02-13</c:v>
                </c:pt>
                <c:pt idx="207">
                  <c:v>2026-02-16</c:v>
                </c:pt>
                <c:pt idx="208">
                  <c:v>2026-02-17</c:v>
                </c:pt>
                <c:pt idx="209">
                  <c:v>2026-02-18</c:v>
                </c:pt>
                <c:pt idx="210">
                  <c:v>2026-02-19</c:v>
                </c:pt>
                <c:pt idx="211">
                  <c:v>2026-02-20</c:v>
                </c:pt>
                <c:pt idx="212">
                  <c:v>2026-02-23</c:v>
                </c:pt>
                <c:pt idx="213">
                  <c:v>2026-02-24</c:v>
                </c:pt>
                <c:pt idx="214">
                  <c:v>2026-02-25</c:v>
                </c:pt>
                <c:pt idx="215">
                  <c:v>2026-02-26</c:v>
                </c:pt>
                <c:pt idx="216">
                  <c:v>2026-02-27</c:v>
                </c:pt>
                <c:pt idx="217">
                  <c:v>2026-03-02</c:v>
                </c:pt>
                <c:pt idx="218">
                  <c:v>2026-03-03</c:v>
                </c:pt>
                <c:pt idx="219">
                  <c:v>2026-03-04</c:v>
                </c:pt>
                <c:pt idx="220">
                  <c:v>2026-03-05</c:v>
                </c:pt>
                <c:pt idx="221">
                  <c:v>2026-03-06</c:v>
                </c:pt>
                <c:pt idx="222">
                  <c:v>2026-03-09</c:v>
                </c:pt>
                <c:pt idx="223">
                  <c:v>2026-03-10</c:v>
                </c:pt>
                <c:pt idx="224">
                  <c:v>2026-03-11</c:v>
                </c:pt>
                <c:pt idx="225">
                  <c:v>2026-03-12</c:v>
                </c:pt>
                <c:pt idx="226">
                  <c:v>2026-03-13</c:v>
                </c:pt>
                <c:pt idx="227">
                  <c:v>2026-03-16</c:v>
                </c:pt>
                <c:pt idx="228">
                  <c:v>2026-03-17</c:v>
                </c:pt>
                <c:pt idx="229">
                  <c:v>2026-03-18</c:v>
                </c:pt>
                <c:pt idx="230">
                  <c:v>2026-03-19</c:v>
                </c:pt>
                <c:pt idx="231">
                  <c:v>2026-03-20</c:v>
                </c:pt>
                <c:pt idx="232">
                  <c:v>2026-03-23</c:v>
                </c:pt>
                <c:pt idx="233">
                  <c:v>2026-03-24</c:v>
                </c:pt>
                <c:pt idx="234">
                  <c:v>2026-03-25</c:v>
                </c:pt>
                <c:pt idx="235">
                  <c:v>2026-03-26</c:v>
                </c:pt>
                <c:pt idx="236">
                  <c:v>2026-03-27</c:v>
                </c:pt>
                <c:pt idx="237">
                  <c:v>2026-03-30</c:v>
                </c:pt>
                <c:pt idx="238">
                  <c:v>2026-03-31</c:v>
                </c:pt>
                <c:pt idx="239">
                  <c:v>2026-04-01</c:v>
                </c:pt>
                <c:pt idx="240">
                  <c:v>2026-04-02</c:v>
                </c:pt>
                <c:pt idx="241">
                  <c:v>2026-04-03</c:v>
                </c:pt>
                <c:pt idx="242">
                  <c:v>2026-04-06</c:v>
                </c:pt>
                <c:pt idx="243">
                  <c:v>2026-04-07</c:v>
                </c:pt>
                <c:pt idx="244">
                  <c:v>2026-04-08</c:v>
                </c:pt>
                <c:pt idx="245">
                  <c:v>2026-04-09</c:v>
                </c:pt>
                <c:pt idx="246">
                  <c:v>2026-04-10</c:v>
                </c:pt>
                <c:pt idx="247">
                  <c:v>2026-04-13</c:v>
                </c:pt>
                <c:pt idx="248">
                  <c:v>2026-04-14</c:v>
                </c:pt>
                <c:pt idx="249">
                  <c:v>2026-04-15</c:v>
                </c:pt>
                <c:pt idx="250">
                  <c:v>2026-04-16</c:v>
                </c:pt>
                <c:pt idx="251">
                  <c:v>2026-04-17</c:v>
                </c:pt>
                <c:pt idx="252">
                  <c:v>2026-04-20</c:v>
                </c:pt>
                <c:pt idx="253">
                  <c:v>2026-04-21</c:v>
                </c:pt>
                <c:pt idx="254">
                  <c:v>2026-04-22</c:v>
                </c:pt>
                <c:pt idx="255">
                  <c:v>2026-04-23</c:v>
                </c:pt>
                <c:pt idx="256">
                  <c:v>2026-04-24</c:v>
                </c:pt>
                <c:pt idx="257">
                  <c:v>2026-04-27</c:v>
                </c:pt>
                <c:pt idx="258">
                  <c:v>2026-04-28</c:v>
                </c:pt>
                <c:pt idx="259">
                  <c:v>2026-04-29</c:v>
                </c:pt>
                <c:pt idx="260">
                  <c:v>2026-04-30</c:v>
                </c:pt>
              </c:strCache>
            </c:strRef>
          </c:cat>
          <c:val>
            <c:numRef>
              <c:f>Sheet1!$B$2:$B$262</c:f>
              <c:numCache>
                <c:formatCode>0.00"%"</c:formatCode>
                <c:ptCount val="261"/>
                <c:pt idx="0">
                  <c:v>0</c:v>
                </c:pt>
                <c:pt idx="1">
                  <c:v>0.27</c:v>
                </c:pt>
                <c:pt idx="2">
                  <c:v>0.52</c:v>
                </c:pt>
                <c:pt idx="3">
                  <c:v>0.66</c:v>
                </c:pt>
                <c:pt idx="4">
                  <c:v>0.79</c:v>
                </c:pt>
                <c:pt idx="5">
                  <c:v>1.04</c:v>
                </c:pt>
                <c:pt idx="6">
                  <c:v>1.36</c:v>
                </c:pt>
                <c:pt idx="7">
                  <c:v>1.52</c:v>
                </c:pt>
                <c:pt idx="8">
                  <c:v>1.65</c:v>
                </c:pt>
                <c:pt idx="9">
                  <c:v>1.84</c:v>
                </c:pt>
                <c:pt idx="10">
                  <c:v>2.12</c:v>
                </c:pt>
                <c:pt idx="11">
                  <c:v>2.4500000000000002</c:v>
                </c:pt>
                <c:pt idx="12">
                  <c:v>2.63</c:v>
                </c:pt>
                <c:pt idx="13">
                  <c:v>2.9</c:v>
                </c:pt>
                <c:pt idx="14">
                  <c:v>3.07</c:v>
                </c:pt>
                <c:pt idx="15">
                  <c:v>3.17</c:v>
                </c:pt>
                <c:pt idx="16">
                  <c:v>3.4</c:v>
                </c:pt>
                <c:pt idx="17">
                  <c:v>3.51</c:v>
                </c:pt>
                <c:pt idx="18">
                  <c:v>3.81</c:v>
                </c:pt>
                <c:pt idx="19">
                  <c:v>3.91</c:v>
                </c:pt>
                <c:pt idx="20">
                  <c:v>4.1399999999999997</c:v>
                </c:pt>
                <c:pt idx="21">
                  <c:v>4.42</c:v>
                </c:pt>
                <c:pt idx="22">
                  <c:v>4.6399999999999997</c:v>
                </c:pt>
                <c:pt idx="23">
                  <c:v>4.8600000000000003</c:v>
                </c:pt>
                <c:pt idx="24">
                  <c:v>5.14</c:v>
                </c:pt>
                <c:pt idx="25">
                  <c:v>5.2</c:v>
                </c:pt>
                <c:pt idx="26">
                  <c:v>5.36</c:v>
                </c:pt>
                <c:pt idx="27">
                  <c:v>5.66</c:v>
                </c:pt>
                <c:pt idx="28">
                  <c:v>5.84</c:v>
                </c:pt>
                <c:pt idx="29">
                  <c:v>6.18</c:v>
                </c:pt>
                <c:pt idx="30">
                  <c:v>6.44</c:v>
                </c:pt>
                <c:pt idx="31">
                  <c:v>6.5</c:v>
                </c:pt>
                <c:pt idx="32">
                  <c:v>6.5</c:v>
                </c:pt>
                <c:pt idx="33">
                  <c:v>6.5</c:v>
                </c:pt>
                <c:pt idx="34">
                  <c:v>6.5</c:v>
                </c:pt>
                <c:pt idx="35">
                  <c:v>6.5</c:v>
                </c:pt>
                <c:pt idx="36">
                  <c:v>6.5</c:v>
                </c:pt>
                <c:pt idx="37">
                  <c:v>6.5</c:v>
                </c:pt>
                <c:pt idx="38">
                  <c:v>6.5</c:v>
                </c:pt>
                <c:pt idx="39">
                  <c:v>6.5</c:v>
                </c:pt>
                <c:pt idx="40">
                  <c:v>6.5</c:v>
                </c:pt>
                <c:pt idx="41">
                  <c:v>6.5</c:v>
                </c:pt>
                <c:pt idx="42">
                  <c:v>6.5</c:v>
                </c:pt>
                <c:pt idx="43">
                  <c:v>6.5</c:v>
                </c:pt>
                <c:pt idx="44">
                  <c:v>6.5</c:v>
                </c:pt>
                <c:pt idx="45">
                  <c:v>6.5</c:v>
                </c:pt>
                <c:pt idx="46">
                  <c:v>6.5</c:v>
                </c:pt>
                <c:pt idx="47">
                  <c:v>6.5</c:v>
                </c:pt>
                <c:pt idx="48">
                  <c:v>6.5</c:v>
                </c:pt>
                <c:pt idx="49">
                  <c:v>6.5</c:v>
                </c:pt>
                <c:pt idx="50">
                  <c:v>6.5</c:v>
                </c:pt>
                <c:pt idx="51">
                  <c:v>6.5</c:v>
                </c:pt>
                <c:pt idx="52">
                  <c:v>6.5</c:v>
                </c:pt>
                <c:pt idx="53">
                  <c:v>6.5</c:v>
                </c:pt>
                <c:pt idx="54">
                  <c:v>6.5</c:v>
                </c:pt>
                <c:pt idx="55">
                  <c:v>6.5</c:v>
                </c:pt>
                <c:pt idx="56">
                  <c:v>6.5</c:v>
                </c:pt>
                <c:pt idx="57">
                  <c:v>6.5</c:v>
                </c:pt>
                <c:pt idx="58">
                  <c:v>6.5</c:v>
                </c:pt>
                <c:pt idx="59">
                  <c:v>6.5</c:v>
                </c:pt>
                <c:pt idx="60">
                  <c:v>6.5</c:v>
                </c:pt>
                <c:pt idx="61">
                  <c:v>6.5</c:v>
                </c:pt>
                <c:pt idx="62">
                  <c:v>6.5</c:v>
                </c:pt>
                <c:pt idx="63">
                  <c:v>6.5</c:v>
                </c:pt>
                <c:pt idx="64">
                  <c:v>6.5</c:v>
                </c:pt>
                <c:pt idx="65">
                  <c:v>6.5</c:v>
                </c:pt>
                <c:pt idx="66">
                  <c:v>6.5</c:v>
                </c:pt>
                <c:pt idx="67">
                  <c:v>6.5</c:v>
                </c:pt>
                <c:pt idx="68">
                  <c:v>6.5</c:v>
                </c:pt>
                <c:pt idx="69">
                  <c:v>6.5</c:v>
                </c:pt>
                <c:pt idx="70">
                  <c:v>6.5</c:v>
                </c:pt>
                <c:pt idx="71">
                  <c:v>6.5</c:v>
                </c:pt>
                <c:pt idx="72">
                  <c:v>6.5</c:v>
                </c:pt>
                <c:pt idx="73">
                  <c:v>6.5</c:v>
                </c:pt>
                <c:pt idx="74">
                  <c:v>6.5</c:v>
                </c:pt>
                <c:pt idx="75">
                  <c:v>6.5</c:v>
                </c:pt>
                <c:pt idx="76">
                  <c:v>6.5</c:v>
                </c:pt>
                <c:pt idx="77">
                  <c:v>6.5</c:v>
                </c:pt>
                <c:pt idx="78">
                  <c:v>6.5</c:v>
                </c:pt>
                <c:pt idx="79">
                  <c:v>6.5</c:v>
                </c:pt>
                <c:pt idx="80">
                  <c:v>6.5</c:v>
                </c:pt>
                <c:pt idx="81">
                  <c:v>6.5</c:v>
                </c:pt>
                <c:pt idx="82">
                  <c:v>6.5</c:v>
                </c:pt>
                <c:pt idx="83">
                  <c:v>6.5</c:v>
                </c:pt>
                <c:pt idx="84">
                  <c:v>6.5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6.5</c:v>
                </c:pt>
                <c:pt idx="102">
                  <c:v>6.5</c:v>
                </c:pt>
                <c:pt idx="103">
                  <c:v>6.5</c:v>
                </c:pt>
                <c:pt idx="104">
                  <c:v>6.5</c:v>
                </c:pt>
                <c:pt idx="105">
                  <c:v>6.5</c:v>
                </c:pt>
                <c:pt idx="106">
                  <c:v>6.5</c:v>
                </c:pt>
                <c:pt idx="107">
                  <c:v>6.5</c:v>
                </c:pt>
                <c:pt idx="108">
                  <c:v>6.5</c:v>
                </c:pt>
                <c:pt idx="109">
                  <c:v>6.5</c:v>
                </c:pt>
                <c:pt idx="110">
                  <c:v>6.5</c:v>
                </c:pt>
                <c:pt idx="111">
                  <c:v>6.5</c:v>
                </c:pt>
                <c:pt idx="112">
                  <c:v>6.5</c:v>
                </c:pt>
                <c:pt idx="113">
                  <c:v>6.5</c:v>
                </c:pt>
                <c:pt idx="114">
                  <c:v>6.5</c:v>
                </c:pt>
                <c:pt idx="115">
                  <c:v>6.5</c:v>
                </c:pt>
                <c:pt idx="116">
                  <c:v>6.5</c:v>
                </c:pt>
                <c:pt idx="117">
                  <c:v>6.5</c:v>
                </c:pt>
                <c:pt idx="118">
                  <c:v>6.5</c:v>
                </c:pt>
                <c:pt idx="119">
                  <c:v>6.5</c:v>
                </c:pt>
                <c:pt idx="120">
                  <c:v>6.5</c:v>
                </c:pt>
                <c:pt idx="121">
                  <c:v>6.5</c:v>
                </c:pt>
                <c:pt idx="122">
                  <c:v>6.5</c:v>
                </c:pt>
                <c:pt idx="123">
                  <c:v>6.5</c:v>
                </c:pt>
                <c:pt idx="124">
                  <c:v>6.5</c:v>
                </c:pt>
                <c:pt idx="125">
                  <c:v>6.5</c:v>
                </c:pt>
                <c:pt idx="126">
                  <c:v>6.5</c:v>
                </c:pt>
                <c:pt idx="127">
                  <c:v>6.5</c:v>
                </c:pt>
                <c:pt idx="128">
                  <c:v>6.5</c:v>
                </c:pt>
                <c:pt idx="129">
                  <c:v>6.5</c:v>
                </c:pt>
                <c:pt idx="130">
                  <c:v>6.5</c:v>
                </c:pt>
                <c:pt idx="131">
                  <c:v>6.5</c:v>
                </c:pt>
                <c:pt idx="132">
                  <c:v>6.5</c:v>
                </c:pt>
                <c:pt idx="133">
                  <c:v>6.5</c:v>
                </c:pt>
                <c:pt idx="134">
                  <c:v>6.5</c:v>
                </c:pt>
                <c:pt idx="135">
                  <c:v>6.5</c:v>
                </c:pt>
                <c:pt idx="136">
                  <c:v>6.5</c:v>
                </c:pt>
                <c:pt idx="137">
                  <c:v>6.5</c:v>
                </c:pt>
                <c:pt idx="138">
                  <c:v>6.5</c:v>
                </c:pt>
                <c:pt idx="139">
                  <c:v>6.5</c:v>
                </c:pt>
                <c:pt idx="140">
                  <c:v>6.5</c:v>
                </c:pt>
                <c:pt idx="141">
                  <c:v>6.5</c:v>
                </c:pt>
                <c:pt idx="142">
                  <c:v>6.5</c:v>
                </c:pt>
                <c:pt idx="143">
                  <c:v>6.5</c:v>
                </c:pt>
                <c:pt idx="144">
                  <c:v>6.5</c:v>
                </c:pt>
                <c:pt idx="145">
                  <c:v>6.5</c:v>
                </c:pt>
                <c:pt idx="146">
                  <c:v>6.5</c:v>
                </c:pt>
                <c:pt idx="147">
                  <c:v>6.5</c:v>
                </c:pt>
                <c:pt idx="148">
                  <c:v>6.5</c:v>
                </c:pt>
                <c:pt idx="149">
                  <c:v>6.5</c:v>
                </c:pt>
                <c:pt idx="150">
                  <c:v>6.5</c:v>
                </c:pt>
                <c:pt idx="151">
                  <c:v>6.5</c:v>
                </c:pt>
                <c:pt idx="152">
                  <c:v>6.5</c:v>
                </c:pt>
                <c:pt idx="153">
                  <c:v>6.5</c:v>
                </c:pt>
                <c:pt idx="154">
                  <c:v>6.5</c:v>
                </c:pt>
                <c:pt idx="155">
                  <c:v>6.5</c:v>
                </c:pt>
                <c:pt idx="156">
                  <c:v>6.5</c:v>
                </c:pt>
                <c:pt idx="157">
                  <c:v>6.5</c:v>
                </c:pt>
                <c:pt idx="158">
                  <c:v>6.5</c:v>
                </c:pt>
                <c:pt idx="159">
                  <c:v>6.5</c:v>
                </c:pt>
                <c:pt idx="160">
                  <c:v>6.5</c:v>
                </c:pt>
                <c:pt idx="161">
                  <c:v>6.5</c:v>
                </c:pt>
                <c:pt idx="162">
                  <c:v>6.5</c:v>
                </c:pt>
                <c:pt idx="163">
                  <c:v>6.5</c:v>
                </c:pt>
                <c:pt idx="164">
                  <c:v>6.5</c:v>
                </c:pt>
                <c:pt idx="165">
                  <c:v>6.5</c:v>
                </c:pt>
                <c:pt idx="166">
                  <c:v>6.5</c:v>
                </c:pt>
                <c:pt idx="167">
                  <c:v>6.5</c:v>
                </c:pt>
                <c:pt idx="168">
                  <c:v>6.5</c:v>
                </c:pt>
                <c:pt idx="169">
                  <c:v>6.5</c:v>
                </c:pt>
                <c:pt idx="170">
                  <c:v>6.5</c:v>
                </c:pt>
                <c:pt idx="171">
                  <c:v>6.5</c:v>
                </c:pt>
                <c:pt idx="172">
                  <c:v>6.5</c:v>
                </c:pt>
                <c:pt idx="173">
                  <c:v>6.5</c:v>
                </c:pt>
                <c:pt idx="174">
                  <c:v>6.5</c:v>
                </c:pt>
                <c:pt idx="175">
                  <c:v>6.5</c:v>
                </c:pt>
                <c:pt idx="176">
                  <c:v>6.5</c:v>
                </c:pt>
                <c:pt idx="177">
                  <c:v>6.5</c:v>
                </c:pt>
                <c:pt idx="178">
                  <c:v>6.5</c:v>
                </c:pt>
                <c:pt idx="179">
                  <c:v>6.5</c:v>
                </c:pt>
                <c:pt idx="180">
                  <c:v>6.5</c:v>
                </c:pt>
                <c:pt idx="181">
                  <c:v>6.5</c:v>
                </c:pt>
                <c:pt idx="182">
                  <c:v>6.5</c:v>
                </c:pt>
                <c:pt idx="183">
                  <c:v>6.5</c:v>
                </c:pt>
                <c:pt idx="184">
                  <c:v>6.5</c:v>
                </c:pt>
                <c:pt idx="185">
                  <c:v>6.5</c:v>
                </c:pt>
                <c:pt idx="186">
                  <c:v>6.5</c:v>
                </c:pt>
                <c:pt idx="187">
                  <c:v>6.5</c:v>
                </c:pt>
                <c:pt idx="188">
                  <c:v>6.5</c:v>
                </c:pt>
                <c:pt idx="189">
                  <c:v>6.5</c:v>
                </c:pt>
                <c:pt idx="190">
                  <c:v>6.5</c:v>
                </c:pt>
                <c:pt idx="191">
                  <c:v>6.5</c:v>
                </c:pt>
                <c:pt idx="192">
                  <c:v>6.5</c:v>
                </c:pt>
                <c:pt idx="193">
                  <c:v>6.5</c:v>
                </c:pt>
                <c:pt idx="194">
                  <c:v>6.5</c:v>
                </c:pt>
                <c:pt idx="195">
                  <c:v>6.5</c:v>
                </c:pt>
                <c:pt idx="196">
                  <c:v>6.5</c:v>
                </c:pt>
                <c:pt idx="197">
                  <c:v>6.5</c:v>
                </c:pt>
                <c:pt idx="198">
                  <c:v>6.5</c:v>
                </c:pt>
                <c:pt idx="199">
                  <c:v>6.5</c:v>
                </c:pt>
                <c:pt idx="200">
                  <c:v>6.5</c:v>
                </c:pt>
                <c:pt idx="201">
                  <c:v>6.5</c:v>
                </c:pt>
                <c:pt idx="202">
                  <c:v>6.5</c:v>
                </c:pt>
                <c:pt idx="203">
                  <c:v>6.5</c:v>
                </c:pt>
                <c:pt idx="204">
                  <c:v>6.5</c:v>
                </c:pt>
                <c:pt idx="205">
                  <c:v>6.5</c:v>
                </c:pt>
                <c:pt idx="206">
                  <c:v>6.5</c:v>
                </c:pt>
                <c:pt idx="207">
                  <c:v>6.5</c:v>
                </c:pt>
                <c:pt idx="208">
                  <c:v>6.5</c:v>
                </c:pt>
                <c:pt idx="209">
                  <c:v>6.5</c:v>
                </c:pt>
                <c:pt idx="210">
                  <c:v>6.5</c:v>
                </c:pt>
                <c:pt idx="211">
                  <c:v>6.5</c:v>
                </c:pt>
                <c:pt idx="212">
                  <c:v>6.5</c:v>
                </c:pt>
                <c:pt idx="213">
                  <c:v>6.5</c:v>
                </c:pt>
                <c:pt idx="214">
                  <c:v>6.5</c:v>
                </c:pt>
                <c:pt idx="215">
                  <c:v>6.5</c:v>
                </c:pt>
                <c:pt idx="216">
                  <c:v>6.5</c:v>
                </c:pt>
                <c:pt idx="217">
                  <c:v>6.5</c:v>
                </c:pt>
                <c:pt idx="218">
                  <c:v>6.5</c:v>
                </c:pt>
                <c:pt idx="219">
                  <c:v>6.5</c:v>
                </c:pt>
                <c:pt idx="220">
                  <c:v>6.5</c:v>
                </c:pt>
                <c:pt idx="221">
                  <c:v>6.5</c:v>
                </c:pt>
                <c:pt idx="222">
                  <c:v>6.5</c:v>
                </c:pt>
                <c:pt idx="223">
                  <c:v>6.5</c:v>
                </c:pt>
                <c:pt idx="224">
                  <c:v>6.5</c:v>
                </c:pt>
                <c:pt idx="225">
                  <c:v>6.5</c:v>
                </c:pt>
                <c:pt idx="226">
                  <c:v>6.5</c:v>
                </c:pt>
                <c:pt idx="227">
                  <c:v>6.5</c:v>
                </c:pt>
                <c:pt idx="228">
                  <c:v>6.5</c:v>
                </c:pt>
                <c:pt idx="229">
                  <c:v>6.5</c:v>
                </c:pt>
                <c:pt idx="230">
                  <c:v>6.5</c:v>
                </c:pt>
                <c:pt idx="231">
                  <c:v>6.5</c:v>
                </c:pt>
                <c:pt idx="232">
                  <c:v>6.5</c:v>
                </c:pt>
                <c:pt idx="233">
                  <c:v>6.5</c:v>
                </c:pt>
                <c:pt idx="234">
                  <c:v>6.5</c:v>
                </c:pt>
                <c:pt idx="235">
                  <c:v>6.5</c:v>
                </c:pt>
                <c:pt idx="236">
                  <c:v>6.5</c:v>
                </c:pt>
                <c:pt idx="237">
                  <c:v>6.5</c:v>
                </c:pt>
                <c:pt idx="238">
                  <c:v>6.5</c:v>
                </c:pt>
                <c:pt idx="239">
                  <c:v>6.5</c:v>
                </c:pt>
                <c:pt idx="240">
                  <c:v>6.5</c:v>
                </c:pt>
                <c:pt idx="241">
                  <c:v>6.5</c:v>
                </c:pt>
                <c:pt idx="242">
                  <c:v>6.5</c:v>
                </c:pt>
                <c:pt idx="243">
                  <c:v>6.5</c:v>
                </c:pt>
                <c:pt idx="244">
                  <c:v>6.5</c:v>
                </c:pt>
                <c:pt idx="245">
                  <c:v>6.5</c:v>
                </c:pt>
                <c:pt idx="246">
                  <c:v>6.5</c:v>
                </c:pt>
                <c:pt idx="247">
                  <c:v>6.5</c:v>
                </c:pt>
                <c:pt idx="248">
                  <c:v>6.5</c:v>
                </c:pt>
                <c:pt idx="249">
                  <c:v>6.5</c:v>
                </c:pt>
                <c:pt idx="250">
                  <c:v>6.5</c:v>
                </c:pt>
                <c:pt idx="251">
                  <c:v>6.5</c:v>
                </c:pt>
                <c:pt idx="252">
                  <c:v>6.5</c:v>
                </c:pt>
                <c:pt idx="253">
                  <c:v>6.5</c:v>
                </c:pt>
                <c:pt idx="254">
                  <c:v>6.5</c:v>
                </c:pt>
                <c:pt idx="255">
                  <c:v>6.5</c:v>
                </c:pt>
                <c:pt idx="256">
                  <c:v>6.5</c:v>
                </c:pt>
                <c:pt idx="257">
                  <c:v>6.5</c:v>
                </c:pt>
                <c:pt idx="258">
                  <c:v>6.5</c:v>
                </c:pt>
                <c:pt idx="259">
                  <c:v>6.5</c:v>
                </c:pt>
                <c:pt idx="260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CA-4C0E-965C-5F2B72F6A8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偏债混合基金指数</c:v>
                </c:pt>
              </c:strCache>
            </c:strRef>
          </c:tx>
          <c:spPr>
            <a:ln w="12700" cap="flat" cmpd="sng">
              <a:solidFill>
                <a:srgbClr val="C0504D"/>
              </a:solidFill>
            </a:ln>
          </c:spPr>
          <c:marker>
            <c:symbol val="none"/>
          </c:marker>
          <c:cat>
            <c:strRef>
              <c:f>Sheet1!$A$2:$A$262</c:f>
              <c:strCache>
                <c:ptCount val="261"/>
                <c:pt idx="0">
                  <c:v>2025-05-01</c:v>
                </c:pt>
                <c:pt idx="1">
                  <c:v>2025-05-02</c:v>
                </c:pt>
                <c:pt idx="2">
                  <c:v>2025-05-05</c:v>
                </c:pt>
                <c:pt idx="3">
                  <c:v>2025-05-06</c:v>
                </c:pt>
                <c:pt idx="4">
                  <c:v>2025-05-07</c:v>
                </c:pt>
                <c:pt idx="5">
                  <c:v>2025-05-08</c:v>
                </c:pt>
                <c:pt idx="6">
                  <c:v>2025-05-09</c:v>
                </c:pt>
                <c:pt idx="7">
                  <c:v>2025-05-12</c:v>
                </c:pt>
                <c:pt idx="8">
                  <c:v>2025-05-13</c:v>
                </c:pt>
                <c:pt idx="9">
                  <c:v>2025-05-14</c:v>
                </c:pt>
                <c:pt idx="10">
                  <c:v>2025-05-15</c:v>
                </c:pt>
                <c:pt idx="11">
                  <c:v>2025-05-16</c:v>
                </c:pt>
                <c:pt idx="12">
                  <c:v>2025-05-19</c:v>
                </c:pt>
                <c:pt idx="13">
                  <c:v>2025-05-20</c:v>
                </c:pt>
                <c:pt idx="14">
                  <c:v>2025-05-21</c:v>
                </c:pt>
                <c:pt idx="15">
                  <c:v>2025-05-22</c:v>
                </c:pt>
                <c:pt idx="16">
                  <c:v>2025-05-23</c:v>
                </c:pt>
                <c:pt idx="17">
                  <c:v>2025-05-26</c:v>
                </c:pt>
                <c:pt idx="18">
                  <c:v>2025-05-27</c:v>
                </c:pt>
                <c:pt idx="19">
                  <c:v>2025-05-28</c:v>
                </c:pt>
                <c:pt idx="20">
                  <c:v>2025-05-29</c:v>
                </c:pt>
                <c:pt idx="21">
                  <c:v>2025-05-30</c:v>
                </c:pt>
                <c:pt idx="22">
                  <c:v>2025-06-02</c:v>
                </c:pt>
                <c:pt idx="23">
                  <c:v>2025-06-03</c:v>
                </c:pt>
                <c:pt idx="24">
                  <c:v>2025-06-04</c:v>
                </c:pt>
                <c:pt idx="25">
                  <c:v>2025-06-05</c:v>
                </c:pt>
                <c:pt idx="26">
                  <c:v>2025-06-06</c:v>
                </c:pt>
                <c:pt idx="27">
                  <c:v>2025-06-09</c:v>
                </c:pt>
                <c:pt idx="28">
                  <c:v>2025-06-10</c:v>
                </c:pt>
                <c:pt idx="29">
                  <c:v>2025-06-11</c:v>
                </c:pt>
                <c:pt idx="30">
                  <c:v>2025-06-12</c:v>
                </c:pt>
                <c:pt idx="31">
                  <c:v>2025-06-13</c:v>
                </c:pt>
                <c:pt idx="32">
                  <c:v>2025-06-16</c:v>
                </c:pt>
                <c:pt idx="33">
                  <c:v>2025-06-17</c:v>
                </c:pt>
                <c:pt idx="34">
                  <c:v>2025-06-18</c:v>
                </c:pt>
                <c:pt idx="35">
                  <c:v>2025-06-19</c:v>
                </c:pt>
                <c:pt idx="36">
                  <c:v>2025-06-20</c:v>
                </c:pt>
                <c:pt idx="37">
                  <c:v>2025-06-23</c:v>
                </c:pt>
                <c:pt idx="38">
                  <c:v>2025-06-24</c:v>
                </c:pt>
                <c:pt idx="39">
                  <c:v>2025-06-25</c:v>
                </c:pt>
                <c:pt idx="40">
                  <c:v>2025-06-26</c:v>
                </c:pt>
                <c:pt idx="41">
                  <c:v>2025-06-27</c:v>
                </c:pt>
                <c:pt idx="42">
                  <c:v>2025-06-30</c:v>
                </c:pt>
                <c:pt idx="43">
                  <c:v>2025-07-01</c:v>
                </c:pt>
                <c:pt idx="44">
                  <c:v>2025-07-02</c:v>
                </c:pt>
                <c:pt idx="45">
                  <c:v>2025-07-03</c:v>
                </c:pt>
                <c:pt idx="46">
                  <c:v>2025-07-04</c:v>
                </c:pt>
                <c:pt idx="47">
                  <c:v>2025-07-07</c:v>
                </c:pt>
                <c:pt idx="48">
                  <c:v>2025-07-08</c:v>
                </c:pt>
                <c:pt idx="49">
                  <c:v>2025-07-09</c:v>
                </c:pt>
                <c:pt idx="50">
                  <c:v>2025-07-10</c:v>
                </c:pt>
                <c:pt idx="51">
                  <c:v>2025-07-11</c:v>
                </c:pt>
                <c:pt idx="52">
                  <c:v>2025-07-14</c:v>
                </c:pt>
                <c:pt idx="53">
                  <c:v>2025-07-15</c:v>
                </c:pt>
                <c:pt idx="54">
                  <c:v>2025-07-16</c:v>
                </c:pt>
                <c:pt idx="55">
                  <c:v>2025-07-17</c:v>
                </c:pt>
                <c:pt idx="56">
                  <c:v>2025-07-18</c:v>
                </c:pt>
                <c:pt idx="57">
                  <c:v>2025-07-21</c:v>
                </c:pt>
                <c:pt idx="58">
                  <c:v>2025-07-22</c:v>
                </c:pt>
                <c:pt idx="59">
                  <c:v>2025-07-23</c:v>
                </c:pt>
                <c:pt idx="60">
                  <c:v>2025-07-24</c:v>
                </c:pt>
                <c:pt idx="61">
                  <c:v>2025-07-25</c:v>
                </c:pt>
                <c:pt idx="62">
                  <c:v>2025-07-28</c:v>
                </c:pt>
                <c:pt idx="63">
                  <c:v>2025-07-29</c:v>
                </c:pt>
                <c:pt idx="64">
                  <c:v>2025-07-30</c:v>
                </c:pt>
                <c:pt idx="65">
                  <c:v>2025-07-31</c:v>
                </c:pt>
                <c:pt idx="66">
                  <c:v>2025-08-01</c:v>
                </c:pt>
                <c:pt idx="67">
                  <c:v>2025-08-04</c:v>
                </c:pt>
                <c:pt idx="68">
                  <c:v>2025-08-05</c:v>
                </c:pt>
                <c:pt idx="69">
                  <c:v>2025-08-06</c:v>
                </c:pt>
                <c:pt idx="70">
                  <c:v>2025-08-07</c:v>
                </c:pt>
                <c:pt idx="71">
                  <c:v>2025-08-08</c:v>
                </c:pt>
                <c:pt idx="72">
                  <c:v>2025-08-11</c:v>
                </c:pt>
                <c:pt idx="73">
                  <c:v>2025-08-12</c:v>
                </c:pt>
                <c:pt idx="74">
                  <c:v>2025-08-13</c:v>
                </c:pt>
                <c:pt idx="75">
                  <c:v>2025-08-14</c:v>
                </c:pt>
                <c:pt idx="76">
                  <c:v>2025-08-15</c:v>
                </c:pt>
                <c:pt idx="77">
                  <c:v>2025-08-18</c:v>
                </c:pt>
                <c:pt idx="78">
                  <c:v>2025-08-19</c:v>
                </c:pt>
                <c:pt idx="79">
                  <c:v>2025-08-20</c:v>
                </c:pt>
                <c:pt idx="80">
                  <c:v>2025-08-21</c:v>
                </c:pt>
                <c:pt idx="81">
                  <c:v>2025-08-22</c:v>
                </c:pt>
                <c:pt idx="82">
                  <c:v>2025-08-25</c:v>
                </c:pt>
                <c:pt idx="83">
                  <c:v>2025-08-26</c:v>
                </c:pt>
                <c:pt idx="84">
                  <c:v>2025-08-27</c:v>
                </c:pt>
                <c:pt idx="85">
                  <c:v>2025-08-28</c:v>
                </c:pt>
                <c:pt idx="86">
                  <c:v>2025-08-29</c:v>
                </c:pt>
                <c:pt idx="87">
                  <c:v>2025-09-01</c:v>
                </c:pt>
                <c:pt idx="88">
                  <c:v>2025-09-02</c:v>
                </c:pt>
                <c:pt idx="89">
                  <c:v>2025-09-03</c:v>
                </c:pt>
                <c:pt idx="90">
                  <c:v>2025-09-04</c:v>
                </c:pt>
                <c:pt idx="91">
                  <c:v>2025-09-05</c:v>
                </c:pt>
                <c:pt idx="92">
                  <c:v>2025-09-08</c:v>
                </c:pt>
                <c:pt idx="93">
                  <c:v>2025-09-09</c:v>
                </c:pt>
                <c:pt idx="94">
                  <c:v>2025-09-10</c:v>
                </c:pt>
                <c:pt idx="95">
                  <c:v>2025-09-11</c:v>
                </c:pt>
                <c:pt idx="96">
                  <c:v>2025-09-12</c:v>
                </c:pt>
                <c:pt idx="97">
                  <c:v>2025-09-15</c:v>
                </c:pt>
                <c:pt idx="98">
                  <c:v>2025-09-16</c:v>
                </c:pt>
                <c:pt idx="99">
                  <c:v>2025-09-17</c:v>
                </c:pt>
                <c:pt idx="100">
                  <c:v>2025-09-18</c:v>
                </c:pt>
                <c:pt idx="101">
                  <c:v>2025-09-19</c:v>
                </c:pt>
                <c:pt idx="102">
                  <c:v>2025-09-22</c:v>
                </c:pt>
                <c:pt idx="103">
                  <c:v>2025-09-23</c:v>
                </c:pt>
                <c:pt idx="104">
                  <c:v>2025-09-24</c:v>
                </c:pt>
                <c:pt idx="105">
                  <c:v>2025-09-25</c:v>
                </c:pt>
                <c:pt idx="106">
                  <c:v>2025-09-26</c:v>
                </c:pt>
                <c:pt idx="107">
                  <c:v>2025-09-29</c:v>
                </c:pt>
                <c:pt idx="108">
                  <c:v>2025-09-30</c:v>
                </c:pt>
                <c:pt idx="109">
                  <c:v>2025-10-01</c:v>
                </c:pt>
                <c:pt idx="110">
                  <c:v>2025-10-02</c:v>
                </c:pt>
                <c:pt idx="111">
                  <c:v>2025-10-03</c:v>
                </c:pt>
                <c:pt idx="112">
                  <c:v>2025-10-06</c:v>
                </c:pt>
                <c:pt idx="113">
                  <c:v>2025-10-07</c:v>
                </c:pt>
                <c:pt idx="114">
                  <c:v>2025-10-08</c:v>
                </c:pt>
                <c:pt idx="115">
                  <c:v>2025-10-09</c:v>
                </c:pt>
                <c:pt idx="116">
                  <c:v>2025-10-10</c:v>
                </c:pt>
                <c:pt idx="117">
                  <c:v>2025-10-13</c:v>
                </c:pt>
                <c:pt idx="118">
                  <c:v>2025-10-14</c:v>
                </c:pt>
                <c:pt idx="119">
                  <c:v>2025-10-15</c:v>
                </c:pt>
                <c:pt idx="120">
                  <c:v>2025-10-16</c:v>
                </c:pt>
                <c:pt idx="121">
                  <c:v>2025-10-17</c:v>
                </c:pt>
                <c:pt idx="122">
                  <c:v>2025-10-20</c:v>
                </c:pt>
                <c:pt idx="123">
                  <c:v>2025-10-21</c:v>
                </c:pt>
                <c:pt idx="124">
                  <c:v>2025-10-22</c:v>
                </c:pt>
                <c:pt idx="125">
                  <c:v>2025-10-23</c:v>
                </c:pt>
                <c:pt idx="126">
                  <c:v>2025-10-24</c:v>
                </c:pt>
                <c:pt idx="127">
                  <c:v>2025-10-27</c:v>
                </c:pt>
                <c:pt idx="128">
                  <c:v>2025-10-28</c:v>
                </c:pt>
                <c:pt idx="129">
                  <c:v>2025-10-29</c:v>
                </c:pt>
                <c:pt idx="130">
                  <c:v>2025-10-30</c:v>
                </c:pt>
                <c:pt idx="131">
                  <c:v>2025-10-31</c:v>
                </c:pt>
                <c:pt idx="132">
                  <c:v>2025-11-03</c:v>
                </c:pt>
                <c:pt idx="133">
                  <c:v>2025-11-04</c:v>
                </c:pt>
                <c:pt idx="134">
                  <c:v>2025-11-05</c:v>
                </c:pt>
                <c:pt idx="135">
                  <c:v>2025-11-06</c:v>
                </c:pt>
                <c:pt idx="136">
                  <c:v>2025-11-07</c:v>
                </c:pt>
                <c:pt idx="137">
                  <c:v>2025-11-10</c:v>
                </c:pt>
                <c:pt idx="138">
                  <c:v>2025-11-11</c:v>
                </c:pt>
                <c:pt idx="139">
                  <c:v>2025-11-12</c:v>
                </c:pt>
                <c:pt idx="140">
                  <c:v>2025-11-13</c:v>
                </c:pt>
                <c:pt idx="141">
                  <c:v>2025-11-14</c:v>
                </c:pt>
                <c:pt idx="142">
                  <c:v>2025-11-17</c:v>
                </c:pt>
                <c:pt idx="143">
                  <c:v>2025-11-18</c:v>
                </c:pt>
                <c:pt idx="144">
                  <c:v>2025-11-19</c:v>
                </c:pt>
                <c:pt idx="145">
                  <c:v>2025-11-20</c:v>
                </c:pt>
                <c:pt idx="146">
                  <c:v>2025-11-21</c:v>
                </c:pt>
                <c:pt idx="147">
                  <c:v>2025-11-24</c:v>
                </c:pt>
                <c:pt idx="148">
                  <c:v>2025-11-25</c:v>
                </c:pt>
                <c:pt idx="149">
                  <c:v>2025-11-26</c:v>
                </c:pt>
                <c:pt idx="150">
                  <c:v>2025-11-27</c:v>
                </c:pt>
                <c:pt idx="151">
                  <c:v>2025-11-28</c:v>
                </c:pt>
                <c:pt idx="152">
                  <c:v>2025-12-01</c:v>
                </c:pt>
                <c:pt idx="153">
                  <c:v>2025-12-02</c:v>
                </c:pt>
                <c:pt idx="154">
                  <c:v>2025-12-03</c:v>
                </c:pt>
                <c:pt idx="155">
                  <c:v>2025-12-04</c:v>
                </c:pt>
                <c:pt idx="156">
                  <c:v>2025-12-05</c:v>
                </c:pt>
                <c:pt idx="157">
                  <c:v>2025-12-08</c:v>
                </c:pt>
                <c:pt idx="158">
                  <c:v>2025-12-09</c:v>
                </c:pt>
                <c:pt idx="159">
                  <c:v>2025-12-10</c:v>
                </c:pt>
                <c:pt idx="160">
                  <c:v>2025-12-11</c:v>
                </c:pt>
                <c:pt idx="161">
                  <c:v>2025-12-12</c:v>
                </c:pt>
                <c:pt idx="162">
                  <c:v>2025-12-15</c:v>
                </c:pt>
                <c:pt idx="163">
                  <c:v>2025-12-16</c:v>
                </c:pt>
                <c:pt idx="164">
                  <c:v>2025-12-17</c:v>
                </c:pt>
                <c:pt idx="165">
                  <c:v>2025-12-18</c:v>
                </c:pt>
                <c:pt idx="166">
                  <c:v>2025-12-19</c:v>
                </c:pt>
                <c:pt idx="167">
                  <c:v>2025-12-22</c:v>
                </c:pt>
                <c:pt idx="168">
                  <c:v>2025-12-23</c:v>
                </c:pt>
                <c:pt idx="169">
                  <c:v>2025-12-24</c:v>
                </c:pt>
                <c:pt idx="170">
                  <c:v>2025-12-25</c:v>
                </c:pt>
                <c:pt idx="171">
                  <c:v>2025-12-26</c:v>
                </c:pt>
                <c:pt idx="172">
                  <c:v>2025-12-29</c:v>
                </c:pt>
                <c:pt idx="173">
                  <c:v>2025-12-30</c:v>
                </c:pt>
                <c:pt idx="174">
                  <c:v>2025-12-31</c:v>
                </c:pt>
                <c:pt idx="175">
                  <c:v>2026-01-01</c:v>
                </c:pt>
                <c:pt idx="176">
                  <c:v>2026-01-02</c:v>
                </c:pt>
                <c:pt idx="177">
                  <c:v>2026-01-05</c:v>
                </c:pt>
                <c:pt idx="178">
                  <c:v>2026-01-06</c:v>
                </c:pt>
                <c:pt idx="179">
                  <c:v>2026-01-07</c:v>
                </c:pt>
                <c:pt idx="180">
                  <c:v>2026-01-08</c:v>
                </c:pt>
                <c:pt idx="181">
                  <c:v>2026-01-09</c:v>
                </c:pt>
                <c:pt idx="182">
                  <c:v>2026-01-12</c:v>
                </c:pt>
                <c:pt idx="183">
                  <c:v>2026-01-13</c:v>
                </c:pt>
                <c:pt idx="184">
                  <c:v>2026-01-14</c:v>
                </c:pt>
                <c:pt idx="185">
                  <c:v>2026-01-15</c:v>
                </c:pt>
                <c:pt idx="186">
                  <c:v>2026-01-16</c:v>
                </c:pt>
                <c:pt idx="187">
                  <c:v>2026-01-19</c:v>
                </c:pt>
                <c:pt idx="188">
                  <c:v>2026-01-20</c:v>
                </c:pt>
                <c:pt idx="189">
                  <c:v>2026-01-21</c:v>
                </c:pt>
                <c:pt idx="190">
                  <c:v>2026-01-22</c:v>
                </c:pt>
                <c:pt idx="191">
                  <c:v>2026-01-23</c:v>
                </c:pt>
                <c:pt idx="192">
                  <c:v>2026-01-26</c:v>
                </c:pt>
                <c:pt idx="193">
                  <c:v>2026-01-27</c:v>
                </c:pt>
                <c:pt idx="194">
                  <c:v>2026-01-28</c:v>
                </c:pt>
                <c:pt idx="195">
                  <c:v>2026-01-29</c:v>
                </c:pt>
                <c:pt idx="196">
                  <c:v>2026-01-30</c:v>
                </c:pt>
                <c:pt idx="197">
                  <c:v>2026-02-02</c:v>
                </c:pt>
                <c:pt idx="198">
                  <c:v>2026-02-03</c:v>
                </c:pt>
                <c:pt idx="199">
                  <c:v>2026-02-04</c:v>
                </c:pt>
                <c:pt idx="200">
                  <c:v>2026-02-05</c:v>
                </c:pt>
                <c:pt idx="201">
                  <c:v>2026-02-06</c:v>
                </c:pt>
                <c:pt idx="202">
                  <c:v>2026-02-09</c:v>
                </c:pt>
                <c:pt idx="203">
                  <c:v>2026-02-10</c:v>
                </c:pt>
                <c:pt idx="204">
                  <c:v>2026-02-11</c:v>
                </c:pt>
                <c:pt idx="205">
                  <c:v>2026-02-12</c:v>
                </c:pt>
                <c:pt idx="206">
                  <c:v>2026-02-13</c:v>
                </c:pt>
                <c:pt idx="207">
                  <c:v>2026-02-16</c:v>
                </c:pt>
                <c:pt idx="208">
                  <c:v>2026-02-17</c:v>
                </c:pt>
                <c:pt idx="209">
                  <c:v>2026-02-18</c:v>
                </c:pt>
                <c:pt idx="210">
                  <c:v>2026-02-19</c:v>
                </c:pt>
                <c:pt idx="211">
                  <c:v>2026-02-20</c:v>
                </c:pt>
                <c:pt idx="212">
                  <c:v>2026-02-23</c:v>
                </c:pt>
                <c:pt idx="213">
                  <c:v>2026-02-24</c:v>
                </c:pt>
                <c:pt idx="214">
                  <c:v>2026-02-25</c:v>
                </c:pt>
                <c:pt idx="215">
                  <c:v>2026-02-26</c:v>
                </c:pt>
                <c:pt idx="216">
                  <c:v>2026-02-27</c:v>
                </c:pt>
                <c:pt idx="217">
                  <c:v>2026-03-02</c:v>
                </c:pt>
                <c:pt idx="218">
                  <c:v>2026-03-03</c:v>
                </c:pt>
                <c:pt idx="219">
                  <c:v>2026-03-04</c:v>
                </c:pt>
                <c:pt idx="220">
                  <c:v>2026-03-05</c:v>
                </c:pt>
                <c:pt idx="221">
                  <c:v>2026-03-06</c:v>
                </c:pt>
                <c:pt idx="222">
                  <c:v>2026-03-09</c:v>
                </c:pt>
                <c:pt idx="223">
                  <c:v>2026-03-10</c:v>
                </c:pt>
                <c:pt idx="224">
                  <c:v>2026-03-11</c:v>
                </c:pt>
                <c:pt idx="225">
                  <c:v>2026-03-12</c:v>
                </c:pt>
                <c:pt idx="226">
                  <c:v>2026-03-13</c:v>
                </c:pt>
                <c:pt idx="227">
                  <c:v>2026-03-16</c:v>
                </c:pt>
                <c:pt idx="228">
                  <c:v>2026-03-17</c:v>
                </c:pt>
                <c:pt idx="229">
                  <c:v>2026-03-18</c:v>
                </c:pt>
                <c:pt idx="230">
                  <c:v>2026-03-19</c:v>
                </c:pt>
                <c:pt idx="231">
                  <c:v>2026-03-20</c:v>
                </c:pt>
                <c:pt idx="232">
                  <c:v>2026-03-23</c:v>
                </c:pt>
                <c:pt idx="233">
                  <c:v>2026-03-24</c:v>
                </c:pt>
                <c:pt idx="234">
                  <c:v>2026-03-25</c:v>
                </c:pt>
                <c:pt idx="235">
                  <c:v>2026-03-26</c:v>
                </c:pt>
                <c:pt idx="236">
                  <c:v>2026-03-27</c:v>
                </c:pt>
                <c:pt idx="237">
                  <c:v>2026-03-30</c:v>
                </c:pt>
                <c:pt idx="238">
                  <c:v>2026-03-31</c:v>
                </c:pt>
                <c:pt idx="239">
                  <c:v>2026-04-01</c:v>
                </c:pt>
                <c:pt idx="240">
                  <c:v>2026-04-02</c:v>
                </c:pt>
                <c:pt idx="241">
                  <c:v>2026-04-03</c:v>
                </c:pt>
                <c:pt idx="242">
                  <c:v>2026-04-06</c:v>
                </c:pt>
                <c:pt idx="243">
                  <c:v>2026-04-07</c:v>
                </c:pt>
                <c:pt idx="244">
                  <c:v>2026-04-08</c:v>
                </c:pt>
                <c:pt idx="245">
                  <c:v>2026-04-09</c:v>
                </c:pt>
                <c:pt idx="246">
                  <c:v>2026-04-10</c:v>
                </c:pt>
                <c:pt idx="247">
                  <c:v>2026-04-13</c:v>
                </c:pt>
                <c:pt idx="248">
                  <c:v>2026-04-14</c:v>
                </c:pt>
                <c:pt idx="249">
                  <c:v>2026-04-15</c:v>
                </c:pt>
                <c:pt idx="250">
                  <c:v>2026-04-16</c:v>
                </c:pt>
                <c:pt idx="251">
                  <c:v>2026-04-17</c:v>
                </c:pt>
                <c:pt idx="252">
                  <c:v>2026-04-20</c:v>
                </c:pt>
                <c:pt idx="253">
                  <c:v>2026-04-21</c:v>
                </c:pt>
                <c:pt idx="254">
                  <c:v>2026-04-22</c:v>
                </c:pt>
                <c:pt idx="255">
                  <c:v>2026-04-23</c:v>
                </c:pt>
                <c:pt idx="256">
                  <c:v>2026-04-24</c:v>
                </c:pt>
                <c:pt idx="257">
                  <c:v>2026-04-27</c:v>
                </c:pt>
                <c:pt idx="258">
                  <c:v>2026-04-28</c:v>
                </c:pt>
                <c:pt idx="259">
                  <c:v>2026-04-29</c:v>
                </c:pt>
                <c:pt idx="260">
                  <c:v>2026-04-30</c:v>
                </c:pt>
              </c:strCache>
            </c:strRef>
          </c:cat>
          <c:val>
            <c:numRef>
              <c:f>Sheet1!$C$2:$C$262</c:f>
              <c:numCache>
                <c:formatCode>0.00"%"</c:formatCode>
                <c:ptCount val="261"/>
                <c:pt idx="0">
                  <c:v>0</c:v>
                </c:pt>
                <c:pt idx="1">
                  <c:v>0.27</c:v>
                </c:pt>
                <c:pt idx="2">
                  <c:v>0.37</c:v>
                </c:pt>
                <c:pt idx="3">
                  <c:v>0.51</c:v>
                </c:pt>
                <c:pt idx="4">
                  <c:v>0.64</c:v>
                </c:pt>
                <c:pt idx="5">
                  <c:v>1.02</c:v>
                </c:pt>
                <c:pt idx="6">
                  <c:v>1.24</c:v>
                </c:pt>
                <c:pt idx="7">
                  <c:v>1.37</c:v>
                </c:pt>
                <c:pt idx="8">
                  <c:v>1.5</c:v>
                </c:pt>
                <c:pt idx="9">
                  <c:v>1.69</c:v>
                </c:pt>
                <c:pt idx="10">
                  <c:v>1.97</c:v>
                </c:pt>
                <c:pt idx="11">
                  <c:v>2.2400000000000002</c:v>
                </c:pt>
                <c:pt idx="12">
                  <c:v>2.4900000000000002</c:v>
                </c:pt>
                <c:pt idx="13">
                  <c:v>2.81</c:v>
                </c:pt>
                <c:pt idx="14">
                  <c:v>2.92</c:v>
                </c:pt>
                <c:pt idx="15">
                  <c:v>3.02</c:v>
                </c:pt>
                <c:pt idx="16">
                  <c:v>3.25</c:v>
                </c:pt>
                <c:pt idx="17">
                  <c:v>3.36</c:v>
                </c:pt>
                <c:pt idx="18">
                  <c:v>3.66</c:v>
                </c:pt>
                <c:pt idx="19">
                  <c:v>3.76</c:v>
                </c:pt>
                <c:pt idx="20">
                  <c:v>3.99</c:v>
                </c:pt>
                <c:pt idx="21">
                  <c:v>4.2699999999999996</c:v>
                </c:pt>
                <c:pt idx="22">
                  <c:v>4.49</c:v>
                </c:pt>
                <c:pt idx="23">
                  <c:v>4.71</c:v>
                </c:pt>
                <c:pt idx="24">
                  <c:v>4.99</c:v>
                </c:pt>
                <c:pt idx="25">
                  <c:v>5.05</c:v>
                </c:pt>
                <c:pt idx="26">
                  <c:v>5.21</c:v>
                </c:pt>
                <c:pt idx="27">
                  <c:v>5.51</c:v>
                </c:pt>
                <c:pt idx="28">
                  <c:v>5.8</c:v>
                </c:pt>
                <c:pt idx="29">
                  <c:v>5.8</c:v>
                </c:pt>
                <c:pt idx="30">
                  <c:v>5.8</c:v>
                </c:pt>
                <c:pt idx="31">
                  <c:v>5.8</c:v>
                </c:pt>
                <c:pt idx="32">
                  <c:v>5.8</c:v>
                </c:pt>
                <c:pt idx="33">
                  <c:v>5.8</c:v>
                </c:pt>
                <c:pt idx="34">
                  <c:v>5.8</c:v>
                </c:pt>
                <c:pt idx="35">
                  <c:v>5.8</c:v>
                </c:pt>
                <c:pt idx="36">
                  <c:v>5.8</c:v>
                </c:pt>
                <c:pt idx="37">
                  <c:v>5.8</c:v>
                </c:pt>
                <c:pt idx="38">
                  <c:v>5.8</c:v>
                </c:pt>
                <c:pt idx="39">
                  <c:v>5.8</c:v>
                </c:pt>
                <c:pt idx="40">
                  <c:v>5.8</c:v>
                </c:pt>
                <c:pt idx="41">
                  <c:v>5.8</c:v>
                </c:pt>
                <c:pt idx="42">
                  <c:v>5.8</c:v>
                </c:pt>
                <c:pt idx="43">
                  <c:v>5.8</c:v>
                </c:pt>
                <c:pt idx="44">
                  <c:v>5.8</c:v>
                </c:pt>
                <c:pt idx="45">
                  <c:v>5.8</c:v>
                </c:pt>
                <c:pt idx="46">
                  <c:v>5.8</c:v>
                </c:pt>
                <c:pt idx="47">
                  <c:v>5.8</c:v>
                </c:pt>
                <c:pt idx="48">
                  <c:v>5.8</c:v>
                </c:pt>
                <c:pt idx="49">
                  <c:v>5.8</c:v>
                </c:pt>
                <c:pt idx="50">
                  <c:v>5.8</c:v>
                </c:pt>
                <c:pt idx="51">
                  <c:v>5.8</c:v>
                </c:pt>
                <c:pt idx="52">
                  <c:v>5.8</c:v>
                </c:pt>
                <c:pt idx="53">
                  <c:v>5.8</c:v>
                </c:pt>
                <c:pt idx="54">
                  <c:v>5.8</c:v>
                </c:pt>
                <c:pt idx="55">
                  <c:v>5.8</c:v>
                </c:pt>
                <c:pt idx="56">
                  <c:v>5.8</c:v>
                </c:pt>
                <c:pt idx="57">
                  <c:v>5.8</c:v>
                </c:pt>
                <c:pt idx="58">
                  <c:v>5.8</c:v>
                </c:pt>
                <c:pt idx="59">
                  <c:v>5.8</c:v>
                </c:pt>
                <c:pt idx="60">
                  <c:v>5.8</c:v>
                </c:pt>
                <c:pt idx="61">
                  <c:v>5.8</c:v>
                </c:pt>
                <c:pt idx="62">
                  <c:v>5.8</c:v>
                </c:pt>
                <c:pt idx="63">
                  <c:v>5.8</c:v>
                </c:pt>
                <c:pt idx="64">
                  <c:v>5.8</c:v>
                </c:pt>
                <c:pt idx="65">
                  <c:v>5.8</c:v>
                </c:pt>
                <c:pt idx="66">
                  <c:v>5.8</c:v>
                </c:pt>
                <c:pt idx="67">
                  <c:v>5.8</c:v>
                </c:pt>
                <c:pt idx="68">
                  <c:v>5.8</c:v>
                </c:pt>
                <c:pt idx="69">
                  <c:v>5.8</c:v>
                </c:pt>
                <c:pt idx="70">
                  <c:v>5.8</c:v>
                </c:pt>
                <c:pt idx="71">
                  <c:v>5.8</c:v>
                </c:pt>
                <c:pt idx="72">
                  <c:v>5.8</c:v>
                </c:pt>
                <c:pt idx="73">
                  <c:v>5.8</c:v>
                </c:pt>
                <c:pt idx="74">
                  <c:v>5.8</c:v>
                </c:pt>
                <c:pt idx="75">
                  <c:v>5.8</c:v>
                </c:pt>
                <c:pt idx="76">
                  <c:v>5.8</c:v>
                </c:pt>
                <c:pt idx="77">
                  <c:v>5.8</c:v>
                </c:pt>
                <c:pt idx="78">
                  <c:v>5.8</c:v>
                </c:pt>
                <c:pt idx="79">
                  <c:v>5.8</c:v>
                </c:pt>
                <c:pt idx="80">
                  <c:v>5.8</c:v>
                </c:pt>
                <c:pt idx="81">
                  <c:v>5.8</c:v>
                </c:pt>
                <c:pt idx="82">
                  <c:v>5.8</c:v>
                </c:pt>
                <c:pt idx="83">
                  <c:v>5.8</c:v>
                </c:pt>
                <c:pt idx="84">
                  <c:v>5.8</c:v>
                </c:pt>
                <c:pt idx="85">
                  <c:v>5.8</c:v>
                </c:pt>
                <c:pt idx="86">
                  <c:v>5.8</c:v>
                </c:pt>
                <c:pt idx="87">
                  <c:v>5.8</c:v>
                </c:pt>
                <c:pt idx="88">
                  <c:v>5.8</c:v>
                </c:pt>
                <c:pt idx="89">
                  <c:v>5.8</c:v>
                </c:pt>
                <c:pt idx="90">
                  <c:v>5.8</c:v>
                </c:pt>
                <c:pt idx="91">
                  <c:v>5.8</c:v>
                </c:pt>
                <c:pt idx="92">
                  <c:v>5.8</c:v>
                </c:pt>
                <c:pt idx="93">
                  <c:v>5.8</c:v>
                </c:pt>
                <c:pt idx="94">
                  <c:v>5.8</c:v>
                </c:pt>
                <c:pt idx="95">
                  <c:v>5.8</c:v>
                </c:pt>
                <c:pt idx="96">
                  <c:v>5.8</c:v>
                </c:pt>
                <c:pt idx="97">
                  <c:v>5.8</c:v>
                </c:pt>
                <c:pt idx="98">
                  <c:v>5.8</c:v>
                </c:pt>
                <c:pt idx="99">
                  <c:v>5.8</c:v>
                </c:pt>
                <c:pt idx="100">
                  <c:v>5.8</c:v>
                </c:pt>
                <c:pt idx="101">
                  <c:v>5.8</c:v>
                </c:pt>
                <c:pt idx="102">
                  <c:v>5.8</c:v>
                </c:pt>
                <c:pt idx="103">
                  <c:v>5.8</c:v>
                </c:pt>
                <c:pt idx="104">
                  <c:v>5.8</c:v>
                </c:pt>
                <c:pt idx="105">
                  <c:v>5.8</c:v>
                </c:pt>
                <c:pt idx="106">
                  <c:v>5.8</c:v>
                </c:pt>
                <c:pt idx="107">
                  <c:v>5.8</c:v>
                </c:pt>
                <c:pt idx="108">
                  <c:v>5.8</c:v>
                </c:pt>
                <c:pt idx="109">
                  <c:v>5.8</c:v>
                </c:pt>
                <c:pt idx="110">
                  <c:v>5.8</c:v>
                </c:pt>
                <c:pt idx="111">
                  <c:v>5.8</c:v>
                </c:pt>
                <c:pt idx="112">
                  <c:v>5.8</c:v>
                </c:pt>
                <c:pt idx="113">
                  <c:v>5.8</c:v>
                </c:pt>
                <c:pt idx="114">
                  <c:v>5.8</c:v>
                </c:pt>
                <c:pt idx="115">
                  <c:v>5.8</c:v>
                </c:pt>
                <c:pt idx="116">
                  <c:v>5.8</c:v>
                </c:pt>
                <c:pt idx="117">
                  <c:v>5.8</c:v>
                </c:pt>
                <c:pt idx="118">
                  <c:v>5.8</c:v>
                </c:pt>
                <c:pt idx="119">
                  <c:v>5.8</c:v>
                </c:pt>
                <c:pt idx="120">
                  <c:v>5.8</c:v>
                </c:pt>
                <c:pt idx="121">
                  <c:v>5.8</c:v>
                </c:pt>
                <c:pt idx="122">
                  <c:v>5.8</c:v>
                </c:pt>
                <c:pt idx="123">
                  <c:v>5.8</c:v>
                </c:pt>
                <c:pt idx="124">
                  <c:v>5.8</c:v>
                </c:pt>
                <c:pt idx="125">
                  <c:v>5.8</c:v>
                </c:pt>
                <c:pt idx="126">
                  <c:v>5.8</c:v>
                </c:pt>
                <c:pt idx="127">
                  <c:v>5.8</c:v>
                </c:pt>
                <c:pt idx="128">
                  <c:v>5.8</c:v>
                </c:pt>
                <c:pt idx="129">
                  <c:v>5.8</c:v>
                </c:pt>
                <c:pt idx="130">
                  <c:v>5.8</c:v>
                </c:pt>
                <c:pt idx="131">
                  <c:v>5.8</c:v>
                </c:pt>
                <c:pt idx="132">
                  <c:v>5.8</c:v>
                </c:pt>
                <c:pt idx="133">
                  <c:v>5.8</c:v>
                </c:pt>
                <c:pt idx="134">
                  <c:v>5.8</c:v>
                </c:pt>
                <c:pt idx="135">
                  <c:v>5.8</c:v>
                </c:pt>
                <c:pt idx="136">
                  <c:v>5.8</c:v>
                </c:pt>
                <c:pt idx="137">
                  <c:v>5.8</c:v>
                </c:pt>
                <c:pt idx="138">
                  <c:v>5.8</c:v>
                </c:pt>
                <c:pt idx="139">
                  <c:v>5.8</c:v>
                </c:pt>
                <c:pt idx="140">
                  <c:v>5.8</c:v>
                </c:pt>
                <c:pt idx="141">
                  <c:v>5.8</c:v>
                </c:pt>
                <c:pt idx="142">
                  <c:v>5.8</c:v>
                </c:pt>
                <c:pt idx="143">
                  <c:v>5.8</c:v>
                </c:pt>
                <c:pt idx="144">
                  <c:v>5.8</c:v>
                </c:pt>
                <c:pt idx="145">
                  <c:v>5.8</c:v>
                </c:pt>
                <c:pt idx="146">
                  <c:v>5.8</c:v>
                </c:pt>
                <c:pt idx="147">
                  <c:v>5.8</c:v>
                </c:pt>
                <c:pt idx="148">
                  <c:v>5.8</c:v>
                </c:pt>
                <c:pt idx="149">
                  <c:v>5.8</c:v>
                </c:pt>
                <c:pt idx="150">
                  <c:v>5.8</c:v>
                </c:pt>
                <c:pt idx="151">
                  <c:v>5.8</c:v>
                </c:pt>
                <c:pt idx="152">
                  <c:v>5.8</c:v>
                </c:pt>
                <c:pt idx="153">
                  <c:v>5.8</c:v>
                </c:pt>
                <c:pt idx="154">
                  <c:v>5.8</c:v>
                </c:pt>
                <c:pt idx="155">
                  <c:v>5.8</c:v>
                </c:pt>
                <c:pt idx="156">
                  <c:v>5.8</c:v>
                </c:pt>
                <c:pt idx="157">
                  <c:v>5.8</c:v>
                </c:pt>
                <c:pt idx="158">
                  <c:v>5.8</c:v>
                </c:pt>
                <c:pt idx="159">
                  <c:v>5.8</c:v>
                </c:pt>
                <c:pt idx="160">
                  <c:v>5.8</c:v>
                </c:pt>
                <c:pt idx="161">
                  <c:v>5.8</c:v>
                </c:pt>
                <c:pt idx="162">
                  <c:v>5.8</c:v>
                </c:pt>
                <c:pt idx="163">
                  <c:v>5.8</c:v>
                </c:pt>
                <c:pt idx="164">
                  <c:v>5.8</c:v>
                </c:pt>
                <c:pt idx="165">
                  <c:v>5.8</c:v>
                </c:pt>
                <c:pt idx="166">
                  <c:v>5.8</c:v>
                </c:pt>
                <c:pt idx="167">
                  <c:v>5.8</c:v>
                </c:pt>
                <c:pt idx="168">
                  <c:v>5.8</c:v>
                </c:pt>
                <c:pt idx="169">
                  <c:v>5.8</c:v>
                </c:pt>
                <c:pt idx="170">
                  <c:v>5.8</c:v>
                </c:pt>
                <c:pt idx="171">
                  <c:v>5.8</c:v>
                </c:pt>
                <c:pt idx="172">
                  <c:v>5.8</c:v>
                </c:pt>
                <c:pt idx="173">
                  <c:v>5.8</c:v>
                </c:pt>
                <c:pt idx="174">
                  <c:v>5.8</c:v>
                </c:pt>
                <c:pt idx="175">
                  <c:v>5.8</c:v>
                </c:pt>
                <c:pt idx="176">
                  <c:v>5.8</c:v>
                </c:pt>
                <c:pt idx="177">
                  <c:v>5.8</c:v>
                </c:pt>
                <c:pt idx="178">
                  <c:v>5.8</c:v>
                </c:pt>
                <c:pt idx="179">
                  <c:v>5.8</c:v>
                </c:pt>
                <c:pt idx="180">
                  <c:v>5.8</c:v>
                </c:pt>
                <c:pt idx="181">
                  <c:v>5.8</c:v>
                </c:pt>
                <c:pt idx="182">
                  <c:v>5.8</c:v>
                </c:pt>
                <c:pt idx="183">
                  <c:v>5.8</c:v>
                </c:pt>
                <c:pt idx="184">
                  <c:v>5.8</c:v>
                </c:pt>
                <c:pt idx="185">
                  <c:v>5.8</c:v>
                </c:pt>
                <c:pt idx="186">
                  <c:v>5.8</c:v>
                </c:pt>
                <c:pt idx="187">
                  <c:v>5.8</c:v>
                </c:pt>
                <c:pt idx="188">
                  <c:v>5.8</c:v>
                </c:pt>
                <c:pt idx="189">
                  <c:v>5.8</c:v>
                </c:pt>
                <c:pt idx="190">
                  <c:v>5.8</c:v>
                </c:pt>
                <c:pt idx="191">
                  <c:v>5.8</c:v>
                </c:pt>
                <c:pt idx="192">
                  <c:v>5.8</c:v>
                </c:pt>
                <c:pt idx="193">
                  <c:v>5.8</c:v>
                </c:pt>
                <c:pt idx="194">
                  <c:v>5.8</c:v>
                </c:pt>
                <c:pt idx="195">
                  <c:v>5.8</c:v>
                </c:pt>
                <c:pt idx="196">
                  <c:v>5.8</c:v>
                </c:pt>
                <c:pt idx="197">
                  <c:v>5.8</c:v>
                </c:pt>
                <c:pt idx="198">
                  <c:v>5.8</c:v>
                </c:pt>
                <c:pt idx="199">
                  <c:v>5.8</c:v>
                </c:pt>
                <c:pt idx="200">
                  <c:v>5.8</c:v>
                </c:pt>
                <c:pt idx="201">
                  <c:v>5.8</c:v>
                </c:pt>
                <c:pt idx="202">
                  <c:v>5.8</c:v>
                </c:pt>
                <c:pt idx="203">
                  <c:v>5.8</c:v>
                </c:pt>
                <c:pt idx="204">
                  <c:v>5.8</c:v>
                </c:pt>
                <c:pt idx="205">
                  <c:v>5.8</c:v>
                </c:pt>
                <c:pt idx="206">
                  <c:v>5.8</c:v>
                </c:pt>
                <c:pt idx="207">
                  <c:v>5.8</c:v>
                </c:pt>
                <c:pt idx="208">
                  <c:v>5.8</c:v>
                </c:pt>
                <c:pt idx="209">
                  <c:v>5.8</c:v>
                </c:pt>
                <c:pt idx="210">
                  <c:v>5.8</c:v>
                </c:pt>
                <c:pt idx="211">
                  <c:v>5.8</c:v>
                </c:pt>
                <c:pt idx="212">
                  <c:v>5.8</c:v>
                </c:pt>
                <c:pt idx="213">
                  <c:v>5.8</c:v>
                </c:pt>
                <c:pt idx="214">
                  <c:v>5.8</c:v>
                </c:pt>
                <c:pt idx="215">
                  <c:v>5.8</c:v>
                </c:pt>
                <c:pt idx="216">
                  <c:v>5.8</c:v>
                </c:pt>
                <c:pt idx="217">
                  <c:v>5.8</c:v>
                </c:pt>
                <c:pt idx="218">
                  <c:v>5.8</c:v>
                </c:pt>
                <c:pt idx="219">
                  <c:v>5.8</c:v>
                </c:pt>
                <c:pt idx="220">
                  <c:v>5.8</c:v>
                </c:pt>
                <c:pt idx="221">
                  <c:v>5.8</c:v>
                </c:pt>
                <c:pt idx="222">
                  <c:v>5.8</c:v>
                </c:pt>
                <c:pt idx="223">
                  <c:v>5.8</c:v>
                </c:pt>
                <c:pt idx="224">
                  <c:v>5.8</c:v>
                </c:pt>
                <c:pt idx="225">
                  <c:v>5.8</c:v>
                </c:pt>
                <c:pt idx="226">
                  <c:v>5.8</c:v>
                </c:pt>
                <c:pt idx="227">
                  <c:v>5.8</c:v>
                </c:pt>
                <c:pt idx="228">
                  <c:v>5.8</c:v>
                </c:pt>
                <c:pt idx="229">
                  <c:v>5.8</c:v>
                </c:pt>
                <c:pt idx="230">
                  <c:v>5.8</c:v>
                </c:pt>
                <c:pt idx="231">
                  <c:v>5.8</c:v>
                </c:pt>
                <c:pt idx="232">
                  <c:v>5.8</c:v>
                </c:pt>
                <c:pt idx="233">
                  <c:v>5.8</c:v>
                </c:pt>
                <c:pt idx="234">
                  <c:v>5.8</c:v>
                </c:pt>
                <c:pt idx="235">
                  <c:v>5.8</c:v>
                </c:pt>
                <c:pt idx="236">
                  <c:v>5.8</c:v>
                </c:pt>
                <c:pt idx="237">
                  <c:v>5.8</c:v>
                </c:pt>
                <c:pt idx="238">
                  <c:v>5.8</c:v>
                </c:pt>
                <c:pt idx="239">
                  <c:v>5.8</c:v>
                </c:pt>
                <c:pt idx="240">
                  <c:v>5.8</c:v>
                </c:pt>
                <c:pt idx="241">
                  <c:v>5.8</c:v>
                </c:pt>
                <c:pt idx="242">
                  <c:v>5.8</c:v>
                </c:pt>
                <c:pt idx="243">
                  <c:v>5.8</c:v>
                </c:pt>
                <c:pt idx="244">
                  <c:v>5.8</c:v>
                </c:pt>
                <c:pt idx="245">
                  <c:v>5.8</c:v>
                </c:pt>
                <c:pt idx="246">
                  <c:v>5.8</c:v>
                </c:pt>
                <c:pt idx="247">
                  <c:v>5.8</c:v>
                </c:pt>
                <c:pt idx="248">
                  <c:v>5.8</c:v>
                </c:pt>
                <c:pt idx="249">
                  <c:v>5.8</c:v>
                </c:pt>
                <c:pt idx="250">
                  <c:v>5.8</c:v>
                </c:pt>
                <c:pt idx="251">
                  <c:v>5.8</c:v>
                </c:pt>
                <c:pt idx="252">
                  <c:v>5.8</c:v>
                </c:pt>
                <c:pt idx="253">
                  <c:v>5.8</c:v>
                </c:pt>
                <c:pt idx="254">
                  <c:v>5.8</c:v>
                </c:pt>
                <c:pt idx="255">
                  <c:v>5.8</c:v>
                </c:pt>
                <c:pt idx="256">
                  <c:v>5.8</c:v>
                </c:pt>
                <c:pt idx="257">
                  <c:v>5.8</c:v>
                </c:pt>
                <c:pt idx="258">
                  <c:v>5.8</c:v>
                </c:pt>
                <c:pt idx="259">
                  <c:v>5.8</c:v>
                </c:pt>
                <c:pt idx="260">
                  <c:v>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CA-4C0E-965C-5F2B72F6A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5400000"/>
          <a:lstStyle/>
          <a:p>
            <a:pPr>
              <a:defRPr sz="800"/>
            </a:pPr>
            <a:endParaRPr lang="zh-CN"/>
          </a:p>
        </c:txPr>
        <c:crossAx val="2140495176"/>
        <c:crosses val="autoZero"/>
        <c:auto val="0"/>
        <c:lblAlgn val="ctr"/>
        <c:lblOffset val="100"/>
        <c:tickLblSkip val="22"/>
        <c:noMultiLvlLbl val="1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chemeClr val="tx1">
                  <a:lumMod val="85000"/>
                  <a:lumOff val="15000"/>
                </a:schemeClr>
              </a:solidFill>
            </a:ln>
          </c:spPr>
        </c:majorGridlines>
        <c:numFmt formatCode="0.00&quot;%&quot;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371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C2833"/>
                </a:solidFill>
                <a:latin typeface="Arial"/>
              </a:defRPr>
            </a:pPr>
            <a:r>
              <a:t>基金业绩说明（示例数据）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8580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4053"/>
                </a:solidFill>
                <a:latin typeface="Arial"/>
              </a:defRPr>
            </a:pPr>
            <a:r>
              <a:t>基金基本情况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53492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292929"/>
                </a:solidFill>
                <a:latin typeface="Arial"/>
              </a:defRPr>
            </a:pPr>
            <a:r>
              <a:t>基金名称：蓝海稳健增长混合A（示例）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基金类型：偏股混合型基金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成立日期：2019-06-12　　最新规模：58.6 亿元（示例）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基金经理：张明、李悦（示例）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业绩比较基准：沪深300指数收益率×70% + 中债综合指数×30%</a:t>
            </a:r>
          </a:p>
          <a:p>
            <a:pPr>
              <a:spcAft>
                <a:spcPts val="400"/>
              </a:spcAft>
              <a:defRPr sz="1050" b="0">
                <a:solidFill>
                  <a:srgbClr val="292929"/>
                </a:solidFill>
                <a:latin typeface="Arial"/>
              </a:defRPr>
            </a:pPr>
            <a:r>
              <a:t>风险等级：R3（中风险）　　托管人：示例商业银行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5178" y="763390"/>
            <a:ext cx="172034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4053"/>
                </a:solidFill>
                <a:latin typeface="Arial"/>
              </a:defRPr>
            </a:pPr>
            <a:r>
              <a:rPr lang="zh-CN" altLang="en-US" dirty="0"/>
              <a:t>大类资产配置情况</a:t>
            </a:r>
            <a:r>
              <a:rPr dirty="0"/>
              <a:t>（%）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89320" y="960120"/>
          <a:ext cx="5989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989320" y="3630168"/>
          <a:ext cx="59893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852160" y="658368"/>
            <a:ext cx="18288" cy="5943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3319272"/>
            <a:ext cx="1152144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1480" y="3630168"/>
          <a:ext cx="534924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63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2025年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任职以来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近一年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近六个月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3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累计收益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3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年化收益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3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dirty="0" err="1">
                          <a:solidFill>
                            <a:srgbClr val="FF0000"/>
                          </a:solidFill>
                        </a:rPr>
                        <a:t>收益排名</a:t>
                      </a:r>
                      <a:endParaRPr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15/200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32/250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10/200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128/856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45/400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3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二级债基指数（年化）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3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夏普比率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35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最大回撤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-2.1%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131</Words>
  <Application>Microsoft Office PowerPoint</Application>
  <PresentationFormat>宽屏</PresentationFormat>
  <Paragraphs>50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description>generated using python-pptx</dc:description>
  <cp:lastModifiedBy>Chen Frank</cp:lastModifiedBy>
  <cp:revision>2</cp:revision>
  <dcterms:created xsi:type="dcterms:W3CDTF">2013-01-27T09:14:16Z</dcterms:created>
  <dcterms:modified xsi:type="dcterms:W3CDTF">2026-05-21T09:35:59Z</dcterms:modified>
</cp:coreProperties>
</file>