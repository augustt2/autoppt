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2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股票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2024Q2</c:v>
                </c:pt>
                <c:pt idx="1">
                  <c:v>2024Q3</c:v>
                </c:pt>
                <c:pt idx="2">
                  <c:v>2024Q4</c:v>
                </c:pt>
                <c:pt idx="3">
                  <c:v>2025Q1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68.2</c:v>
                </c:pt>
                <c:pt idx="1">
                  <c:v>71.5</c:v>
                </c:pt>
                <c:pt idx="2">
                  <c:v>65.8</c:v>
                </c:pt>
                <c:pt idx="3">
                  <c:v>72.400000000000006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7-4338-ABAF-2BE739DA12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债券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2024Q2</c:v>
                </c:pt>
                <c:pt idx="1">
                  <c:v>2024Q3</c:v>
                </c:pt>
                <c:pt idx="2">
                  <c:v>2024Q4</c:v>
                </c:pt>
                <c:pt idx="3">
                  <c:v>2025Q1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22.5</c:v>
                </c:pt>
                <c:pt idx="1">
                  <c:v>19.8</c:v>
                </c:pt>
                <c:pt idx="2">
                  <c:v>24.1</c:v>
                </c:pt>
                <c:pt idx="3">
                  <c:v>18.600000000000001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7-4338-ABAF-2BE739DA12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现金及其他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2024Q2</c:v>
                </c:pt>
                <c:pt idx="1">
                  <c:v>2024Q3</c:v>
                </c:pt>
                <c:pt idx="2">
                  <c:v>2024Q4</c:v>
                </c:pt>
                <c:pt idx="3">
                  <c:v>2025Q1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9.3000000000000007</c:v>
                </c:pt>
                <c:pt idx="1">
                  <c:v>8.6999999999999993</c:v>
                </c:pt>
                <c:pt idx="2">
                  <c:v>10.1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C7-4338-ABAF-2BE739DA12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本基金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2024-05</c:v>
                </c:pt>
                <c:pt idx="1">
                  <c:v>2024-07</c:v>
                </c:pt>
                <c:pt idx="2">
                  <c:v>2024-09</c:v>
                </c:pt>
                <c:pt idx="3">
                  <c:v>2024-11</c:v>
                </c:pt>
                <c:pt idx="4">
                  <c:v>2025-01</c:v>
                </c:pt>
                <c:pt idx="5">
                  <c:v>2025-03</c:v>
                </c:pt>
                <c:pt idx="6">
                  <c:v>2025-05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3.2</c:v>
                </c:pt>
                <c:pt idx="2">
                  <c:v>5.0999999999999996</c:v>
                </c:pt>
                <c:pt idx="3">
                  <c:v>7.8</c:v>
                </c:pt>
                <c:pt idx="4">
                  <c:v>6.2</c:v>
                </c:pt>
                <c:pt idx="5">
                  <c:v>9.5</c:v>
                </c:pt>
                <c:pt idx="6">
                  <c:v>12.8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0F-4DEA-9AB8-4C96B1CC70C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业绩基准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2024-05</c:v>
                </c:pt>
                <c:pt idx="1">
                  <c:v>2024-07</c:v>
                </c:pt>
                <c:pt idx="2">
                  <c:v>2024-09</c:v>
                </c:pt>
                <c:pt idx="3">
                  <c:v>2024-11</c:v>
                </c:pt>
                <c:pt idx="4">
                  <c:v>2025-01</c:v>
                </c:pt>
                <c:pt idx="5">
                  <c:v>2025-03</c:v>
                </c:pt>
                <c:pt idx="6">
                  <c:v>2025-05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2.1</c:v>
                </c:pt>
                <c:pt idx="2">
                  <c:v>3.8</c:v>
                </c:pt>
                <c:pt idx="3">
                  <c:v>5.5</c:v>
                </c:pt>
                <c:pt idx="4">
                  <c:v>4.2</c:v>
                </c:pt>
                <c:pt idx="5">
                  <c:v>6.1</c:v>
                </c:pt>
                <c:pt idx="6">
                  <c:v>8.4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90F-4DEA-9AB8-4C96B1CC70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C2833"/>
                </a:solidFill>
                <a:latin typeface="Arial"/>
              </a:defRPr>
            </a:pPr>
            <a:r>
              <a:t>基金业绩说明（示例数据）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rPr dirty="0" err="1"/>
              <a:t>基金基本情况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5349240" cy="1318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92929"/>
                </a:solidFill>
                <a:latin typeface="Arial"/>
              </a:defRPr>
            </a:pPr>
            <a:r>
              <a:rPr lang="zh-CN" altLang="en-US" sz="1050" b="1" dirty="0">
                <a:solidFill>
                  <a:srgbClr val="2929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偏债混</a:t>
            </a:r>
            <a:r>
              <a:rPr lang="en-US" altLang="zh-CN" sz="1050" b="1" dirty="0">
                <a:solidFill>
                  <a:srgbClr val="2929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050" b="1" dirty="0" err="1">
                <a:solidFill>
                  <a:srgbClr val="292929"/>
                </a:solidFill>
                <a:latin typeface="Arial"/>
              </a:rPr>
              <a:t>蓝海稳健增长混合</a:t>
            </a:r>
            <a:r>
              <a:rPr dirty="0" err="1"/>
              <a:t>A</a:t>
            </a:r>
            <a:endParaRPr lang="en-US" dirty="0"/>
          </a:p>
          <a:p>
            <a:pPr>
              <a:spcAft>
                <a:spcPts val="400"/>
              </a:spcAft>
              <a:defRPr sz="1050" b="1">
                <a:solidFill>
                  <a:srgbClr val="292929"/>
                </a:solidFill>
                <a:latin typeface="Arial"/>
              </a:defRPr>
            </a:pPr>
            <a:r>
              <a:rPr dirty="0" err="1"/>
              <a:t>基金类型：偏股混合型基金</a:t>
            </a:r>
            <a:endParaRPr dirty="0"/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/>
              <a:t>成立日期：2019-06-12　　最新规模：58.6 </a:t>
            </a:r>
            <a:r>
              <a:rPr dirty="0" err="1"/>
              <a:t>亿元（示例</a:t>
            </a:r>
            <a:r>
              <a:rPr dirty="0"/>
              <a:t>）</a:t>
            </a:r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 err="1"/>
              <a:t>基金经理：张明、李悦（示例</a:t>
            </a:r>
            <a:r>
              <a:rPr dirty="0"/>
              <a:t>）</a:t>
            </a:r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/>
              <a:t>业绩比较基准：沪深300指数收益率×70% + 中债综合指数×30%</a:t>
            </a:r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/>
              <a:t>风险等级：R3（中风险）　　</a:t>
            </a:r>
            <a:r>
              <a:rPr dirty="0" err="1"/>
              <a:t>托管人：示例商业银行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338328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t>收益率排名（同类偏股混合）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630168"/>
          <a:ext cx="5349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7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73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73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区间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收益率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同类排名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分位数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近一年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+12.8%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128 / 856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前 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近两年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+18.6%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95 / 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前 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近三年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+22.4%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76 / 698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前 11%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89320" y="68580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t>过去4个季度资产类别配置（%）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89320" y="960120"/>
          <a:ext cx="59893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89320" y="338328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t>累计收益率走势（示例，%）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989320" y="3630168"/>
          <a:ext cx="598932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5852160" y="658368"/>
            <a:ext cx="18288" cy="5943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3319272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100</Words>
  <Application>Microsoft Office PowerPoint</Application>
  <PresentationFormat>宽屏</PresentationFormat>
  <Paragraphs>27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Chen Frank</cp:lastModifiedBy>
  <cp:revision>3</cp:revision>
  <dcterms:created xsi:type="dcterms:W3CDTF">2013-01-27T09:14:16Z</dcterms:created>
  <dcterms:modified xsi:type="dcterms:W3CDTF">2026-05-19T06:28:02Z</dcterms:modified>
  <cp:category/>
</cp:coreProperties>
</file>